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3" r:id="rId8"/>
    <p:sldId id="265" r:id="rId9"/>
    <p:sldId id="266" r:id="rId10"/>
    <p:sldId id="270" r:id="rId11"/>
    <p:sldId id="267" r:id="rId12"/>
    <p:sldId id="271" r:id="rId13"/>
    <p:sldId id="285" r:id="rId14"/>
    <p:sldId id="268" r:id="rId15"/>
    <p:sldId id="269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4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D2BB267-9399-4DE3-AA07-9570B20B1F39}">
          <p14:sldIdLst>
            <p14:sldId id="256"/>
            <p14:sldId id="257"/>
            <p14:sldId id="258"/>
            <p14:sldId id="260"/>
            <p14:sldId id="261"/>
            <p14:sldId id="264"/>
            <p14:sldId id="263"/>
            <p14:sldId id="265"/>
            <p14:sldId id="266"/>
            <p14:sldId id="270"/>
            <p14:sldId id="267"/>
            <p14:sldId id="271"/>
            <p14:sldId id="285"/>
            <p14:sldId id="268"/>
            <p14:sldId id="269"/>
            <p14:sldId id="272"/>
            <p14:sldId id="273"/>
            <p14:sldId id="274"/>
            <p14:sldId id="275"/>
            <p14:sldId id="276"/>
            <p14:sldId id="277"/>
            <p14:sldId id="278"/>
            <p14:sldId id="284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AA92B-1B06-4ACA-AF85-1F0D1413B600}" v="802" dt="2022-01-07T00:08:34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민성" userId="c05cba48483d7d7e" providerId="LiveId" clId="{4ABAA92B-1B06-4ACA-AF85-1F0D1413B600}"/>
    <pc:docChg chg="undo redo custSel addSld delSld modSld sldOrd modSection">
      <pc:chgData name="김 민성" userId="c05cba48483d7d7e" providerId="LiveId" clId="{4ABAA92B-1B06-4ACA-AF85-1F0D1413B600}" dt="2022-01-07T00:08:34.003" v="13170"/>
      <pc:docMkLst>
        <pc:docMk/>
      </pc:docMkLst>
      <pc:sldChg chg="modSp mod">
        <pc:chgData name="김 민성" userId="c05cba48483d7d7e" providerId="LiveId" clId="{4ABAA92B-1B06-4ACA-AF85-1F0D1413B600}" dt="2022-01-06T21:36:53.110" v="10003"/>
        <pc:sldMkLst>
          <pc:docMk/>
          <pc:sldMk cId="3087781774" sldId="257"/>
        </pc:sldMkLst>
        <pc:spChg chg="mod">
          <ac:chgData name="김 민성" userId="c05cba48483d7d7e" providerId="LiveId" clId="{4ABAA92B-1B06-4ACA-AF85-1F0D1413B600}" dt="2022-01-06T14:22:27.261" v="476" actId="122"/>
          <ac:spMkLst>
            <pc:docMk/>
            <pc:sldMk cId="3087781774" sldId="257"/>
            <ac:spMk id="2" creationId="{2E5FA519-BFEA-4E34-A05A-720D208BE58B}"/>
          </ac:spMkLst>
        </pc:spChg>
        <pc:spChg chg="mod">
          <ac:chgData name="김 민성" userId="c05cba48483d7d7e" providerId="LiveId" clId="{4ABAA92B-1B06-4ACA-AF85-1F0D1413B600}" dt="2022-01-06T21:36:53.110" v="10003"/>
          <ac:spMkLst>
            <pc:docMk/>
            <pc:sldMk cId="3087781774" sldId="257"/>
            <ac:spMk id="3" creationId="{ACA6CE55-8E7B-4872-BCBC-8AF26688EDE3}"/>
          </ac:spMkLst>
        </pc:spChg>
      </pc:sldChg>
      <pc:sldChg chg="addSp delSp modSp new mod ord">
        <pc:chgData name="김 민성" userId="c05cba48483d7d7e" providerId="LiveId" clId="{4ABAA92B-1B06-4ACA-AF85-1F0D1413B600}" dt="2022-01-06T18:00:00.452" v="7352" actId="20577"/>
        <pc:sldMkLst>
          <pc:docMk/>
          <pc:sldMk cId="808737400" sldId="258"/>
        </pc:sldMkLst>
        <pc:spChg chg="mod">
          <ac:chgData name="김 민성" userId="c05cba48483d7d7e" providerId="LiveId" clId="{4ABAA92B-1B06-4ACA-AF85-1F0D1413B600}" dt="2022-01-06T14:46:28.010" v="1508" actId="255"/>
          <ac:spMkLst>
            <pc:docMk/>
            <pc:sldMk cId="808737400" sldId="258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8:00:00.452" v="7352" actId="20577"/>
          <ac:spMkLst>
            <pc:docMk/>
            <pc:sldMk cId="808737400" sldId="258"/>
            <ac:spMk id="3" creationId="{B12C1BDE-0519-4A77-9D55-D8FF2D96C8D1}"/>
          </ac:spMkLst>
        </pc:spChg>
        <pc:spChg chg="add del mod">
          <ac:chgData name="김 민성" userId="c05cba48483d7d7e" providerId="LiveId" clId="{4ABAA92B-1B06-4ACA-AF85-1F0D1413B600}" dt="2022-01-06T14:41:41.724" v="1374" actId="478"/>
          <ac:spMkLst>
            <pc:docMk/>
            <pc:sldMk cId="808737400" sldId="258"/>
            <ac:spMk id="4" creationId="{8CC514D8-3D21-493B-B6B1-2A3C79109CD6}"/>
          </ac:spMkLst>
        </pc:spChg>
        <pc:spChg chg="add del mod">
          <ac:chgData name="김 민성" userId="c05cba48483d7d7e" providerId="LiveId" clId="{4ABAA92B-1B06-4ACA-AF85-1F0D1413B600}" dt="2022-01-06T15:04:22.592" v="2438" actId="478"/>
          <ac:spMkLst>
            <pc:docMk/>
            <pc:sldMk cId="808737400" sldId="258"/>
            <ac:spMk id="7" creationId="{7713A5C4-F73C-4A37-A392-938C4BB136E8}"/>
          </ac:spMkLst>
        </pc:spChg>
        <pc:picChg chg="add mod">
          <ac:chgData name="김 민성" userId="c05cba48483d7d7e" providerId="LiveId" clId="{4ABAA92B-1B06-4ACA-AF85-1F0D1413B600}" dt="2022-01-06T17:24:17.337" v="6914" actId="1076"/>
          <ac:picMkLst>
            <pc:docMk/>
            <pc:sldMk cId="808737400" sldId="258"/>
            <ac:picMk id="6" creationId="{692F33ED-37CE-4993-A792-C077E8CB9B19}"/>
          </ac:picMkLst>
        </pc:picChg>
      </pc:sldChg>
      <pc:sldChg chg="add del">
        <pc:chgData name="김 민성" userId="c05cba48483d7d7e" providerId="LiveId" clId="{4ABAA92B-1B06-4ACA-AF85-1F0D1413B600}" dt="2022-01-06T14:30:21.459" v="878" actId="2696"/>
        <pc:sldMkLst>
          <pc:docMk/>
          <pc:sldMk cId="3002297871" sldId="259"/>
        </pc:sldMkLst>
      </pc:sldChg>
      <pc:sldChg chg="delSp modSp add del mod ord">
        <pc:chgData name="김 민성" userId="c05cba48483d7d7e" providerId="LiveId" clId="{4ABAA92B-1B06-4ACA-AF85-1F0D1413B600}" dt="2022-01-06T14:50:05.753" v="1816" actId="2696"/>
        <pc:sldMkLst>
          <pc:docMk/>
          <pc:sldMk cId="3827327129" sldId="259"/>
        </pc:sldMkLst>
        <pc:spChg chg="mod">
          <ac:chgData name="김 민성" userId="c05cba48483d7d7e" providerId="LiveId" clId="{4ABAA92B-1B06-4ACA-AF85-1F0D1413B600}" dt="2022-01-06T14:31:03.313" v="932"/>
          <ac:spMkLst>
            <pc:docMk/>
            <pc:sldMk cId="3827327129" sldId="259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4:40:41.459" v="1364" actId="20577"/>
          <ac:spMkLst>
            <pc:docMk/>
            <pc:sldMk cId="3827327129" sldId="259"/>
            <ac:spMk id="3" creationId="{B12C1BDE-0519-4A77-9D55-D8FF2D96C8D1}"/>
          </ac:spMkLst>
        </pc:spChg>
        <pc:spChg chg="del">
          <ac:chgData name="김 민성" userId="c05cba48483d7d7e" providerId="LiveId" clId="{4ABAA92B-1B06-4ACA-AF85-1F0D1413B600}" dt="2022-01-06T14:41:44.697" v="1375" actId="478"/>
          <ac:spMkLst>
            <pc:docMk/>
            <pc:sldMk cId="3827327129" sldId="259"/>
            <ac:spMk id="4" creationId="{8CC514D8-3D21-493B-B6B1-2A3C79109CD6}"/>
          </ac:spMkLst>
        </pc:spChg>
      </pc:sldChg>
      <pc:sldChg chg="add del">
        <pc:chgData name="김 민성" userId="c05cba48483d7d7e" providerId="LiveId" clId="{4ABAA92B-1B06-4ACA-AF85-1F0D1413B600}" dt="2022-01-06T14:41:35.780" v="1372" actId="47"/>
        <pc:sldMkLst>
          <pc:docMk/>
          <pc:sldMk cId="3499498992" sldId="260"/>
        </pc:sldMkLst>
      </pc:sldChg>
      <pc:sldChg chg="delSp modSp add mod">
        <pc:chgData name="김 민성" userId="c05cba48483d7d7e" providerId="LiveId" clId="{4ABAA92B-1B06-4ACA-AF85-1F0D1413B600}" dt="2022-01-06T18:34:23.959" v="7619" actId="20577"/>
        <pc:sldMkLst>
          <pc:docMk/>
          <pc:sldMk cId="3851470225" sldId="260"/>
        </pc:sldMkLst>
        <pc:spChg chg="mod">
          <ac:chgData name="김 민성" userId="c05cba48483d7d7e" providerId="LiveId" clId="{4ABAA92B-1B06-4ACA-AF85-1F0D1413B600}" dt="2022-01-06T14:49:35.690" v="1741"/>
          <ac:spMkLst>
            <pc:docMk/>
            <pc:sldMk cId="3851470225" sldId="260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8:34:23.959" v="7619" actId="20577"/>
          <ac:spMkLst>
            <pc:docMk/>
            <pc:sldMk cId="3851470225" sldId="260"/>
            <ac:spMk id="3" creationId="{B12C1BDE-0519-4A77-9D55-D8FF2D96C8D1}"/>
          </ac:spMkLst>
        </pc:spChg>
        <pc:spChg chg="del">
          <ac:chgData name="김 민성" userId="c05cba48483d7d7e" providerId="LiveId" clId="{4ABAA92B-1B06-4ACA-AF85-1F0D1413B600}" dt="2022-01-06T14:49:21.704" v="1700" actId="478"/>
          <ac:spMkLst>
            <pc:docMk/>
            <pc:sldMk cId="3851470225" sldId="260"/>
            <ac:spMk id="7" creationId="{7713A5C4-F73C-4A37-A392-938C4BB136E8}"/>
          </ac:spMkLst>
        </pc:spChg>
        <pc:picChg chg="del">
          <ac:chgData name="김 민성" userId="c05cba48483d7d7e" providerId="LiveId" clId="{4ABAA92B-1B06-4ACA-AF85-1F0D1413B600}" dt="2022-01-06T14:49:20.313" v="1699" actId="478"/>
          <ac:picMkLst>
            <pc:docMk/>
            <pc:sldMk cId="3851470225" sldId="260"/>
            <ac:picMk id="6" creationId="{692F33ED-37CE-4993-A792-C077E8CB9B19}"/>
          </ac:picMkLst>
        </pc:picChg>
      </pc:sldChg>
      <pc:sldChg chg="addSp modSp add mod">
        <pc:chgData name="김 민성" userId="c05cba48483d7d7e" providerId="LiveId" clId="{4ABAA92B-1B06-4ACA-AF85-1F0D1413B600}" dt="2022-01-06T18:37:26.352" v="7636" actId="20577"/>
        <pc:sldMkLst>
          <pc:docMk/>
          <pc:sldMk cId="3781775456" sldId="261"/>
        </pc:sldMkLst>
        <pc:spChg chg="mod">
          <ac:chgData name="김 민성" userId="c05cba48483d7d7e" providerId="LiveId" clId="{4ABAA92B-1B06-4ACA-AF85-1F0D1413B600}" dt="2022-01-06T18:37:26.352" v="7636" actId="20577"/>
          <ac:spMkLst>
            <pc:docMk/>
            <pc:sldMk cId="3781775456" sldId="261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5:51:03.543" v="4180" actId="20577"/>
          <ac:spMkLst>
            <pc:docMk/>
            <pc:sldMk cId="3781775456" sldId="261"/>
            <ac:spMk id="3" creationId="{B12C1BDE-0519-4A77-9D55-D8FF2D96C8D1}"/>
          </ac:spMkLst>
        </pc:spChg>
        <pc:picChg chg="add mod">
          <ac:chgData name="김 민성" userId="c05cba48483d7d7e" providerId="LiveId" clId="{4ABAA92B-1B06-4ACA-AF85-1F0D1413B600}" dt="2022-01-06T16:08:39.109" v="4710" actId="1076"/>
          <ac:picMkLst>
            <pc:docMk/>
            <pc:sldMk cId="3781775456" sldId="261"/>
            <ac:picMk id="5" creationId="{4164FDFA-5B5F-466D-A137-571676CCDA8F}"/>
          </ac:picMkLst>
        </pc:picChg>
        <pc:picChg chg="add mod">
          <ac:chgData name="김 민성" userId="c05cba48483d7d7e" providerId="LiveId" clId="{4ABAA92B-1B06-4ACA-AF85-1F0D1413B600}" dt="2022-01-06T16:09:26.049" v="4716" actId="1076"/>
          <ac:picMkLst>
            <pc:docMk/>
            <pc:sldMk cId="3781775456" sldId="261"/>
            <ac:picMk id="7" creationId="{212084DC-E417-4D25-B2EC-B1098FA4430B}"/>
          </ac:picMkLst>
        </pc:picChg>
      </pc:sldChg>
      <pc:sldChg chg="modSp add del mod">
        <pc:chgData name="김 민성" userId="c05cba48483d7d7e" providerId="LiveId" clId="{4ABAA92B-1B06-4ACA-AF85-1F0D1413B600}" dt="2022-01-06T15:36:58.209" v="3641" actId="2696"/>
        <pc:sldMkLst>
          <pc:docMk/>
          <pc:sldMk cId="4244078948" sldId="262"/>
        </pc:sldMkLst>
        <pc:spChg chg="mod">
          <ac:chgData name="김 민성" userId="c05cba48483d7d7e" providerId="LiveId" clId="{4ABAA92B-1B06-4ACA-AF85-1F0D1413B600}" dt="2022-01-06T15:22:08.367" v="3066" actId="20577"/>
          <ac:spMkLst>
            <pc:docMk/>
            <pc:sldMk cId="4244078948" sldId="262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5:34:53.009" v="3613" actId="20577"/>
          <ac:spMkLst>
            <pc:docMk/>
            <pc:sldMk cId="4244078948" sldId="262"/>
            <ac:spMk id="3" creationId="{B12C1BDE-0519-4A77-9D55-D8FF2D96C8D1}"/>
          </ac:spMkLst>
        </pc:spChg>
      </pc:sldChg>
      <pc:sldChg chg="addSp delSp modSp add mod ord">
        <pc:chgData name="김 민성" userId="c05cba48483d7d7e" providerId="LiveId" clId="{4ABAA92B-1B06-4ACA-AF85-1F0D1413B600}" dt="2022-01-06T18:37:32.431" v="7646" actId="20577"/>
        <pc:sldMkLst>
          <pc:docMk/>
          <pc:sldMk cId="1364188991" sldId="263"/>
        </pc:sldMkLst>
        <pc:spChg chg="mod">
          <ac:chgData name="김 민성" userId="c05cba48483d7d7e" providerId="LiveId" clId="{4ABAA92B-1B06-4ACA-AF85-1F0D1413B600}" dt="2022-01-06T18:37:32.431" v="7646" actId="20577"/>
          <ac:spMkLst>
            <pc:docMk/>
            <pc:sldMk cId="1364188991" sldId="263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7:13:14.344" v="6831" actId="20577"/>
          <ac:spMkLst>
            <pc:docMk/>
            <pc:sldMk cId="1364188991" sldId="263"/>
            <ac:spMk id="3" creationId="{B12C1BDE-0519-4A77-9D55-D8FF2D96C8D1}"/>
          </ac:spMkLst>
        </pc:spChg>
        <pc:spChg chg="add del mod">
          <ac:chgData name="김 민성" userId="c05cba48483d7d7e" providerId="LiveId" clId="{4ABAA92B-1B06-4ACA-AF85-1F0D1413B600}" dt="2022-01-06T15:14:15.155" v="2796" actId="478"/>
          <ac:spMkLst>
            <pc:docMk/>
            <pc:sldMk cId="1364188991" sldId="263"/>
            <ac:spMk id="4" creationId="{A9C53FE7-F6D2-471A-A54E-6DBDB9898CF4}"/>
          </ac:spMkLst>
        </pc:spChg>
        <pc:spChg chg="add del mod">
          <ac:chgData name="김 민성" userId="c05cba48483d7d7e" providerId="LiveId" clId="{4ABAA92B-1B06-4ACA-AF85-1F0D1413B600}" dt="2022-01-06T15:14:17.708" v="2797" actId="478"/>
          <ac:spMkLst>
            <pc:docMk/>
            <pc:sldMk cId="1364188991" sldId="263"/>
            <ac:spMk id="6" creationId="{A5FD6B5F-491D-45F7-8AD4-A012898D56AB}"/>
          </ac:spMkLst>
        </pc:spChg>
        <pc:spChg chg="add mod">
          <ac:chgData name="김 민성" userId="c05cba48483d7d7e" providerId="LiveId" clId="{4ABAA92B-1B06-4ACA-AF85-1F0D1413B600}" dt="2022-01-06T15:21:00.953" v="2993" actId="1037"/>
          <ac:spMkLst>
            <pc:docMk/>
            <pc:sldMk cId="1364188991" sldId="263"/>
            <ac:spMk id="11" creationId="{03EA1292-8B8C-4059-ABBC-B8DE7B801511}"/>
          </ac:spMkLst>
        </pc:spChg>
        <pc:spChg chg="add mod">
          <ac:chgData name="김 민성" userId="c05cba48483d7d7e" providerId="LiveId" clId="{4ABAA92B-1B06-4ACA-AF85-1F0D1413B600}" dt="2022-01-06T15:21:05.028" v="2994" actId="1038"/>
          <ac:spMkLst>
            <pc:docMk/>
            <pc:sldMk cId="1364188991" sldId="263"/>
            <ac:spMk id="12" creationId="{63536AF2-9495-4848-9025-CB7260874704}"/>
          </ac:spMkLst>
        </pc:spChg>
        <pc:spChg chg="add mod">
          <ac:chgData name="김 민성" userId="c05cba48483d7d7e" providerId="LiveId" clId="{4ABAA92B-1B06-4ACA-AF85-1F0D1413B600}" dt="2022-01-06T15:21:00.953" v="2993" actId="1037"/>
          <ac:spMkLst>
            <pc:docMk/>
            <pc:sldMk cId="1364188991" sldId="263"/>
            <ac:spMk id="13" creationId="{CD153B8C-4A08-46A0-9A27-5404E803B5A1}"/>
          </ac:spMkLst>
        </pc:spChg>
        <pc:picChg chg="mod">
          <ac:chgData name="김 민성" userId="c05cba48483d7d7e" providerId="LiveId" clId="{4ABAA92B-1B06-4ACA-AF85-1F0D1413B600}" dt="2022-01-06T15:20:36.636" v="2923" actId="1076"/>
          <ac:picMkLst>
            <pc:docMk/>
            <pc:sldMk cId="1364188991" sldId="263"/>
            <ac:picMk id="5" creationId="{4164FDFA-5B5F-466D-A137-571676CCDA8F}"/>
          </ac:picMkLst>
        </pc:picChg>
        <pc:picChg chg="add del mod">
          <ac:chgData name="김 민성" userId="c05cba48483d7d7e" providerId="LiveId" clId="{4ABAA92B-1B06-4ACA-AF85-1F0D1413B600}" dt="2022-01-06T15:16:46.016" v="2858" actId="21"/>
          <ac:picMkLst>
            <pc:docMk/>
            <pc:sldMk cId="1364188991" sldId="263"/>
            <ac:picMk id="8" creationId="{C98AF8A1-9D35-496B-82B0-999BB1C68FE4}"/>
          </ac:picMkLst>
        </pc:picChg>
        <pc:picChg chg="add mod modCrop">
          <ac:chgData name="김 민성" userId="c05cba48483d7d7e" providerId="LiveId" clId="{4ABAA92B-1B06-4ACA-AF85-1F0D1413B600}" dt="2022-01-06T15:20:43.368" v="2944" actId="1037"/>
          <ac:picMkLst>
            <pc:docMk/>
            <pc:sldMk cId="1364188991" sldId="263"/>
            <ac:picMk id="9" creationId="{EAE00427-2FC9-4868-8FAB-023DA8B2FB1B}"/>
          </ac:picMkLst>
        </pc:picChg>
        <pc:picChg chg="add mod">
          <ac:chgData name="김 민성" userId="c05cba48483d7d7e" providerId="LiveId" clId="{4ABAA92B-1B06-4ACA-AF85-1F0D1413B600}" dt="2022-01-06T15:20:46.707" v="2961" actId="1037"/>
          <ac:picMkLst>
            <pc:docMk/>
            <pc:sldMk cId="1364188991" sldId="263"/>
            <ac:picMk id="10" creationId="{07CDDAF5-C3CF-4C11-89BE-CD584B3D1D74}"/>
          </ac:picMkLst>
        </pc:picChg>
      </pc:sldChg>
      <pc:sldChg chg="addSp modSp add mod">
        <pc:chgData name="김 민성" userId="c05cba48483d7d7e" providerId="LiveId" clId="{4ABAA92B-1B06-4ACA-AF85-1F0D1413B600}" dt="2022-01-06T18:37:29.830" v="7641" actId="20577"/>
        <pc:sldMkLst>
          <pc:docMk/>
          <pc:sldMk cId="838601752" sldId="264"/>
        </pc:sldMkLst>
        <pc:spChg chg="mod">
          <ac:chgData name="김 민성" userId="c05cba48483d7d7e" providerId="LiveId" clId="{4ABAA92B-1B06-4ACA-AF85-1F0D1413B600}" dt="2022-01-06T18:37:29.830" v="7641" actId="20577"/>
          <ac:spMkLst>
            <pc:docMk/>
            <pc:sldMk cId="838601752" sldId="264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7:13:19.417" v="6833" actId="20577"/>
          <ac:spMkLst>
            <pc:docMk/>
            <pc:sldMk cId="838601752" sldId="264"/>
            <ac:spMk id="3" creationId="{B12C1BDE-0519-4A77-9D55-D8FF2D96C8D1}"/>
          </ac:spMkLst>
        </pc:spChg>
        <pc:spChg chg="mod">
          <ac:chgData name="김 민성" userId="c05cba48483d7d7e" providerId="LiveId" clId="{4ABAA92B-1B06-4ACA-AF85-1F0D1413B600}" dt="2022-01-06T15:24:41.243" v="3154" actId="1037"/>
          <ac:spMkLst>
            <pc:docMk/>
            <pc:sldMk cId="838601752" sldId="264"/>
            <ac:spMk id="4" creationId="{A9C53FE7-F6D2-471A-A54E-6DBDB9898CF4}"/>
          </ac:spMkLst>
        </pc:spChg>
        <pc:spChg chg="mod">
          <ac:chgData name="김 민성" userId="c05cba48483d7d7e" providerId="LiveId" clId="{4ABAA92B-1B06-4ACA-AF85-1F0D1413B600}" dt="2022-01-06T15:24:41.243" v="3154" actId="1037"/>
          <ac:spMkLst>
            <pc:docMk/>
            <pc:sldMk cId="838601752" sldId="264"/>
            <ac:spMk id="6" creationId="{A5FD6B5F-491D-45F7-8AD4-A012898D56AB}"/>
          </ac:spMkLst>
        </pc:spChg>
        <pc:spChg chg="add mod">
          <ac:chgData name="김 민성" userId="c05cba48483d7d7e" providerId="LiveId" clId="{4ABAA92B-1B06-4ACA-AF85-1F0D1413B600}" dt="2022-01-06T15:24:41.243" v="3154" actId="1037"/>
          <ac:spMkLst>
            <pc:docMk/>
            <pc:sldMk cId="838601752" sldId="264"/>
            <ac:spMk id="7" creationId="{0922D7F1-8564-439C-BAC4-8FD8195DB4B9}"/>
          </ac:spMkLst>
        </pc:spChg>
        <pc:picChg chg="mod">
          <ac:chgData name="김 민성" userId="c05cba48483d7d7e" providerId="LiveId" clId="{4ABAA92B-1B06-4ACA-AF85-1F0D1413B600}" dt="2022-01-06T15:24:41.243" v="3154" actId="1037"/>
          <ac:picMkLst>
            <pc:docMk/>
            <pc:sldMk cId="838601752" sldId="264"/>
            <ac:picMk id="5" creationId="{4164FDFA-5B5F-466D-A137-571676CCDA8F}"/>
          </ac:picMkLst>
        </pc:picChg>
      </pc:sldChg>
      <pc:sldChg chg="addSp modSp add mod">
        <pc:chgData name="김 민성" userId="c05cba48483d7d7e" providerId="LiveId" clId="{4ABAA92B-1B06-4ACA-AF85-1F0D1413B600}" dt="2022-01-06T18:37:34.656" v="7651" actId="20577"/>
        <pc:sldMkLst>
          <pc:docMk/>
          <pc:sldMk cId="3758587601" sldId="265"/>
        </pc:sldMkLst>
        <pc:spChg chg="mod">
          <ac:chgData name="김 민성" userId="c05cba48483d7d7e" providerId="LiveId" clId="{4ABAA92B-1B06-4ACA-AF85-1F0D1413B600}" dt="2022-01-06T18:37:34.656" v="7651" actId="20577"/>
          <ac:spMkLst>
            <pc:docMk/>
            <pc:sldMk cId="3758587601" sldId="265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7:12:53.537" v="6827" actId="20577"/>
          <ac:spMkLst>
            <pc:docMk/>
            <pc:sldMk cId="3758587601" sldId="265"/>
            <ac:spMk id="3" creationId="{B12C1BDE-0519-4A77-9D55-D8FF2D96C8D1}"/>
          </ac:spMkLst>
        </pc:spChg>
        <pc:picChg chg="add mod">
          <ac:chgData name="김 민성" userId="c05cba48483d7d7e" providerId="LiveId" clId="{4ABAA92B-1B06-4ACA-AF85-1F0D1413B600}" dt="2022-01-06T17:13:03.759" v="6829" actId="1076"/>
          <ac:picMkLst>
            <pc:docMk/>
            <pc:sldMk cId="3758587601" sldId="265"/>
            <ac:picMk id="5" creationId="{8F582A84-CED6-4ADF-A03F-7C73CF53E100}"/>
          </ac:picMkLst>
        </pc:picChg>
      </pc:sldChg>
      <pc:sldChg chg="addSp delSp modSp add mod">
        <pc:chgData name="김 민성" userId="c05cba48483d7d7e" providerId="LiveId" clId="{4ABAA92B-1B06-4ACA-AF85-1F0D1413B600}" dt="2022-01-06T21:32:48.520" v="9679" actId="478"/>
        <pc:sldMkLst>
          <pc:docMk/>
          <pc:sldMk cId="689687795" sldId="266"/>
        </pc:sldMkLst>
        <pc:spChg chg="mod">
          <ac:chgData name="김 민성" userId="c05cba48483d7d7e" providerId="LiveId" clId="{4ABAA92B-1B06-4ACA-AF85-1F0D1413B600}" dt="2022-01-06T18:37:36.878" v="7656" actId="20577"/>
          <ac:spMkLst>
            <pc:docMk/>
            <pc:sldMk cId="689687795" sldId="266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1:32:05.698" v="9677" actId="20577"/>
          <ac:spMkLst>
            <pc:docMk/>
            <pc:sldMk cId="689687795" sldId="266"/>
            <ac:spMk id="3" creationId="{B12C1BDE-0519-4A77-9D55-D8FF2D96C8D1}"/>
          </ac:spMkLst>
        </pc:spChg>
        <pc:picChg chg="del">
          <ac:chgData name="김 민성" userId="c05cba48483d7d7e" providerId="LiveId" clId="{4ABAA92B-1B06-4ACA-AF85-1F0D1413B600}" dt="2022-01-06T15:55:16.893" v="4213" actId="478"/>
          <ac:picMkLst>
            <pc:docMk/>
            <pc:sldMk cId="689687795" sldId="266"/>
            <ac:picMk id="5" creationId="{8F582A84-CED6-4ADF-A03F-7C73CF53E100}"/>
          </ac:picMkLst>
        </pc:picChg>
        <pc:picChg chg="add mod">
          <ac:chgData name="김 민성" userId="c05cba48483d7d7e" providerId="LiveId" clId="{4ABAA92B-1B06-4ACA-AF85-1F0D1413B600}" dt="2022-01-06T18:29:34.258" v="7595" actId="1076"/>
          <ac:picMkLst>
            <pc:docMk/>
            <pc:sldMk cId="689687795" sldId="266"/>
            <ac:picMk id="6" creationId="{F1B575F0-E7EC-4B44-B9C0-FFC465EC51FE}"/>
          </ac:picMkLst>
        </pc:picChg>
        <pc:picChg chg="add del mod">
          <ac:chgData name="김 민성" userId="c05cba48483d7d7e" providerId="LiveId" clId="{4ABAA92B-1B06-4ACA-AF85-1F0D1413B600}" dt="2022-01-06T21:32:48.520" v="9679" actId="478"/>
          <ac:picMkLst>
            <pc:docMk/>
            <pc:sldMk cId="689687795" sldId="266"/>
            <ac:picMk id="8" creationId="{A4D99E4D-5734-4FC0-B754-183B5DBE953B}"/>
          </ac:picMkLst>
        </pc:picChg>
        <pc:picChg chg="add del mod">
          <ac:chgData name="김 민성" userId="c05cba48483d7d7e" providerId="LiveId" clId="{4ABAA92B-1B06-4ACA-AF85-1F0D1413B600}" dt="2022-01-06T18:29:17.450" v="7590"/>
          <ac:picMkLst>
            <pc:docMk/>
            <pc:sldMk cId="689687795" sldId="266"/>
            <ac:picMk id="10" creationId="{E6A1F051-31E4-4E7E-992A-A82633DEA948}"/>
          </ac:picMkLst>
        </pc:picChg>
      </pc:sldChg>
      <pc:sldChg chg="delSp modSp add mod ord">
        <pc:chgData name="김 민성" userId="c05cba48483d7d7e" providerId="LiveId" clId="{4ABAA92B-1B06-4ACA-AF85-1F0D1413B600}" dt="2022-01-06T18:37:42.273" v="7666" actId="20577"/>
        <pc:sldMkLst>
          <pc:docMk/>
          <pc:sldMk cId="756863647" sldId="267"/>
        </pc:sldMkLst>
        <pc:spChg chg="mod">
          <ac:chgData name="김 민성" userId="c05cba48483d7d7e" providerId="LiveId" clId="{4ABAA92B-1B06-4ACA-AF85-1F0D1413B600}" dt="2022-01-06T18:37:42.273" v="7666" actId="20577"/>
          <ac:spMkLst>
            <pc:docMk/>
            <pc:sldMk cId="756863647" sldId="267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8:36:36.924" v="7630" actId="20577"/>
          <ac:spMkLst>
            <pc:docMk/>
            <pc:sldMk cId="756863647" sldId="267"/>
            <ac:spMk id="3" creationId="{B12C1BDE-0519-4A77-9D55-D8FF2D96C8D1}"/>
          </ac:spMkLst>
        </pc:spChg>
        <pc:picChg chg="del">
          <ac:chgData name="김 민성" userId="c05cba48483d7d7e" providerId="LiveId" clId="{4ABAA92B-1B06-4ACA-AF85-1F0D1413B600}" dt="2022-01-06T16:15:50.573" v="5258" actId="478"/>
          <ac:picMkLst>
            <pc:docMk/>
            <pc:sldMk cId="756863647" sldId="267"/>
            <ac:picMk id="5" creationId="{8F582A84-CED6-4ADF-A03F-7C73CF53E100}"/>
          </ac:picMkLst>
        </pc:picChg>
      </pc:sldChg>
      <pc:sldChg chg="addSp modSp add mod">
        <pc:chgData name="김 민성" userId="c05cba48483d7d7e" providerId="LiveId" clId="{4ABAA92B-1B06-4ACA-AF85-1F0D1413B600}" dt="2022-01-06T22:27:07.847" v="10638" actId="1076"/>
        <pc:sldMkLst>
          <pc:docMk/>
          <pc:sldMk cId="1204603797" sldId="268"/>
        </pc:sldMkLst>
        <pc:spChg chg="mod">
          <ac:chgData name="김 민성" userId="c05cba48483d7d7e" providerId="LiveId" clId="{4ABAA92B-1B06-4ACA-AF85-1F0D1413B600}" dt="2022-01-06T18:37:46.010" v="7671" actId="20577"/>
          <ac:spMkLst>
            <pc:docMk/>
            <pc:sldMk cId="1204603797" sldId="268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2:27:06.407" v="10637" actId="20577"/>
          <ac:spMkLst>
            <pc:docMk/>
            <pc:sldMk cId="1204603797" sldId="268"/>
            <ac:spMk id="3" creationId="{B12C1BDE-0519-4A77-9D55-D8FF2D96C8D1}"/>
          </ac:spMkLst>
        </pc:spChg>
        <pc:picChg chg="add mod">
          <ac:chgData name="김 민성" userId="c05cba48483d7d7e" providerId="LiveId" clId="{4ABAA92B-1B06-4ACA-AF85-1F0D1413B600}" dt="2022-01-06T22:27:07.847" v="10638" actId="1076"/>
          <ac:picMkLst>
            <pc:docMk/>
            <pc:sldMk cId="1204603797" sldId="268"/>
            <ac:picMk id="5" creationId="{073B9B78-AE5D-4786-8D2D-6C8D8D5B4880}"/>
          </ac:picMkLst>
        </pc:picChg>
      </pc:sldChg>
      <pc:sldChg chg="modSp add mod">
        <pc:chgData name="김 민성" userId="c05cba48483d7d7e" providerId="LiveId" clId="{4ABAA92B-1B06-4ACA-AF85-1F0D1413B600}" dt="2022-01-06T20:39:15.620" v="8860" actId="20577"/>
        <pc:sldMkLst>
          <pc:docMk/>
          <pc:sldMk cId="3871541634" sldId="269"/>
        </pc:sldMkLst>
        <pc:spChg chg="mod">
          <ac:chgData name="김 민성" userId="c05cba48483d7d7e" providerId="LiveId" clId="{4ABAA92B-1B06-4ACA-AF85-1F0D1413B600}" dt="2022-01-06T17:47:00.220" v="7075"/>
          <ac:spMkLst>
            <pc:docMk/>
            <pc:sldMk cId="3871541634" sldId="269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0:39:15.620" v="8860" actId="20577"/>
          <ac:spMkLst>
            <pc:docMk/>
            <pc:sldMk cId="3871541634" sldId="269"/>
            <ac:spMk id="3" creationId="{B12C1BDE-0519-4A77-9D55-D8FF2D96C8D1}"/>
          </ac:spMkLst>
        </pc:spChg>
      </pc:sldChg>
      <pc:sldChg chg="addSp delSp modSp add mod">
        <pc:chgData name="김 민성" userId="c05cba48483d7d7e" providerId="LiveId" clId="{4ABAA92B-1B06-4ACA-AF85-1F0D1413B600}" dt="2022-01-06T18:56:40.859" v="7921" actId="20577"/>
        <pc:sldMkLst>
          <pc:docMk/>
          <pc:sldMk cId="1259848710" sldId="270"/>
        </pc:sldMkLst>
        <pc:spChg chg="mod">
          <ac:chgData name="김 민성" userId="c05cba48483d7d7e" providerId="LiveId" clId="{4ABAA92B-1B06-4ACA-AF85-1F0D1413B600}" dt="2022-01-06T18:37:39.553" v="7661" actId="20577"/>
          <ac:spMkLst>
            <pc:docMk/>
            <pc:sldMk cId="1259848710" sldId="270"/>
            <ac:spMk id="2" creationId="{761D0BA2-59CB-487A-BB3A-F1C1DE690177}"/>
          </ac:spMkLst>
        </pc:spChg>
        <pc:spChg chg="del mod">
          <ac:chgData name="김 민성" userId="c05cba48483d7d7e" providerId="LiveId" clId="{4ABAA92B-1B06-4ACA-AF85-1F0D1413B600}" dt="2022-01-06T18:51:38.351" v="7688"/>
          <ac:spMkLst>
            <pc:docMk/>
            <pc:sldMk cId="1259848710" sldId="270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6T18:56:40.859" v="7921" actId="20577"/>
          <ac:spMkLst>
            <pc:docMk/>
            <pc:sldMk cId="1259848710" sldId="270"/>
            <ac:spMk id="9" creationId="{F55E6D48-ECD3-487E-AD28-02B436109F59}"/>
          </ac:spMkLst>
        </pc:spChg>
        <pc:spChg chg="add del">
          <ac:chgData name="김 민성" userId="c05cba48483d7d7e" providerId="LiveId" clId="{4ABAA92B-1B06-4ACA-AF85-1F0D1413B600}" dt="2022-01-06T18:51:57.552" v="7695" actId="22"/>
          <ac:spMkLst>
            <pc:docMk/>
            <pc:sldMk cId="1259848710" sldId="270"/>
            <ac:spMk id="11" creationId="{16ACF695-6A98-4CFA-A432-2FE170BFD387}"/>
          </ac:spMkLst>
        </pc:spChg>
        <pc:picChg chg="add del mod">
          <ac:chgData name="김 민성" userId="c05cba48483d7d7e" providerId="LiveId" clId="{4ABAA92B-1B06-4ACA-AF85-1F0D1413B600}" dt="2022-01-06T18:51:52.678" v="7691" actId="478"/>
          <ac:picMkLst>
            <pc:docMk/>
            <pc:sldMk cId="1259848710" sldId="270"/>
            <ac:picMk id="5" creationId="{C5BF017D-2D1F-47C4-9147-B6C3E702A5A3}"/>
          </ac:picMkLst>
        </pc:picChg>
        <pc:picChg chg="del">
          <ac:chgData name="김 민성" userId="c05cba48483d7d7e" providerId="LiveId" clId="{4ABAA92B-1B06-4ACA-AF85-1F0D1413B600}" dt="2022-01-06T18:37:58.991" v="7674" actId="478"/>
          <ac:picMkLst>
            <pc:docMk/>
            <pc:sldMk cId="1259848710" sldId="270"/>
            <ac:picMk id="6" creationId="{F1B575F0-E7EC-4B44-B9C0-FFC465EC51FE}"/>
          </ac:picMkLst>
        </pc:picChg>
        <pc:picChg chg="del">
          <ac:chgData name="김 민성" userId="c05cba48483d7d7e" providerId="LiveId" clId="{4ABAA92B-1B06-4ACA-AF85-1F0D1413B600}" dt="2022-01-06T18:37:58.499" v="7673" actId="478"/>
          <ac:picMkLst>
            <pc:docMk/>
            <pc:sldMk cId="1259848710" sldId="270"/>
            <ac:picMk id="8" creationId="{A4D99E4D-5734-4FC0-B754-183B5DBE953B}"/>
          </ac:picMkLst>
        </pc:picChg>
        <pc:picChg chg="add mod">
          <ac:chgData name="김 민성" userId="c05cba48483d7d7e" providerId="LiveId" clId="{4ABAA92B-1B06-4ACA-AF85-1F0D1413B600}" dt="2022-01-06T18:55:11.944" v="7837" actId="1076"/>
          <ac:picMkLst>
            <pc:docMk/>
            <pc:sldMk cId="1259848710" sldId="270"/>
            <ac:picMk id="13" creationId="{EC20617F-02D6-421F-B450-D8DA22D9FE44}"/>
          </ac:picMkLst>
        </pc:picChg>
      </pc:sldChg>
      <pc:sldChg chg="addSp delSp modSp add mod">
        <pc:chgData name="김 민성" userId="c05cba48483d7d7e" providerId="LiveId" clId="{4ABAA92B-1B06-4ACA-AF85-1F0D1413B600}" dt="2022-01-06T19:07:24.695" v="8373" actId="1076"/>
        <pc:sldMkLst>
          <pc:docMk/>
          <pc:sldMk cId="557645484" sldId="271"/>
        </pc:sldMkLst>
        <pc:spChg chg="add del mod">
          <ac:chgData name="김 민성" userId="c05cba48483d7d7e" providerId="LiveId" clId="{4ABAA92B-1B06-4ACA-AF85-1F0D1413B600}" dt="2022-01-06T19:07:20.469" v="8372" actId="20577"/>
          <ac:spMkLst>
            <pc:docMk/>
            <pc:sldMk cId="557645484" sldId="271"/>
            <ac:spMk id="3" creationId="{B12C1BDE-0519-4A77-9D55-D8FF2D96C8D1}"/>
          </ac:spMkLst>
        </pc:spChg>
        <pc:picChg chg="add del mod">
          <ac:chgData name="김 민성" userId="c05cba48483d7d7e" providerId="LiveId" clId="{4ABAA92B-1B06-4ACA-AF85-1F0D1413B600}" dt="2022-01-06T19:02:49.959" v="7923"/>
          <ac:picMkLst>
            <pc:docMk/>
            <pc:sldMk cId="557645484" sldId="271"/>
            <ac:picMk id="5" creationId="{EF5DA6E7-622D-4743-8776-DDBC4ADB3BC4}"/>
          </ac:picMkLst>
        </pc:picChg>
        <pc:picChg chg="add mod">
          <ac:chgData name="김 민성" userId="c05cba48483d7d7e" providerId="LiveId" clId="{4ABAA92B-1B06-4ACA-AF85-1F0D1413B600}" dt="2022-01-06T19:07:24.695" v="8373" actId="1076"/>
          <ac:picMkLst>
            <pc:docMk/>
            <pc:sldMk cId="557645484" sldId="271"/>
            <ac:picMk id="7" creationId="{5B61F3C0-04FE-4584-B477-55083DD852CB}"/>
          </ac:picMkLst>
        </pc:picChg>
      </pc:sldChg>
      <pc:sldChg chg="delSp modSp add del mod ord">
        <pc:chgData name="김 민성" userId="c05cba48483d7d7e" providerId="LiveId" clId="{4ABAA92B-1B06-4ACA-AF85-1F0D1413B600}" dt="2022-01-06T18:41:12.253" v="7683" actId="47"/>
        <pc:sldMkLst>
          <pc:docMk/>
          <pc:sldMk cId="2757373258" sldId="271"/>
        </pc:sldMkLst>
        <pc:spChg chg="mod">
          <ac:chgData name="김 민성" userId="c05cba48483d7d7e" providerId="LiveId" clId="{4ABAA92B-1B06-4ACA-AF85-1F0D1413B600}" dt="2022-01-06T18:40:37.266" v="7678" actId="20577"/>
          <ac:spMkLst>
            <pc:docMk/>
            <pc:sldMk cId="2757373258" sldId="271"/>
            <ac:spMk id="3" creationId="{B12C1BDE-0519-4A77-9D55-D8FF2D96C8D1}"/>
          </ac:spMkLst>
        </pc:spChg>
        <pc:spChg chg="del">
          <ac:chgData name="김 민성" userId="c05cba48483d7d7e" providerId="LiveId" clId="{4ABAA92B-1B06-4ACA-AF85-1F0D1413B600}" dt="2022-01-06T18:40:41.397" v="7680" actId="478"/>
          <ac:spMkLst>
            <pc:docMk/>
            <pc:sldMk cId="2757373258" sldId="271"/>
            <ac:spMk id="4" creationId="{A9C53FE7-F6D2-471A-A54E-6DBDB9898CF4}"/>
          </ac:spMkLst>
        </pc:spChg>
        <pc:spChg chg="del">
          <ac:chgData name="김 민성" userId="c05cba48483d7d7e" providerId="LiveId" clId="{4ABAA92B-1B06-4ACA-AF85-1F0D1413B600}" dt="2022-01-06T18:40:44.980" v="7682" actId="478"/>
          <ac:spMkLst>
            <pc:docMk/>
            <pc:sldMk cId="2757373258" sldId="271"/>
            <ac:spMk id="6" creationId="{A5FD6B5F-491D-45F7-8AD4-A012898D56AB}"/>
          </ac:spMkLst>
        </pc:spChg>
        <pc:spChg chg="del">
          <ac:chgData name="김 민성" userId="c05cba48483d7d7e" providerId="LiveId" clId="{4ABAA92B-1B06-4ACA-AF85-1F0D1413B600}" dt="2022-01-06T18:40:43.055" v="7681" actId="478"/>
          <ac:spMkLst>
            <pc:docMk/>
            <pc:sldMk cId="2757373258" sldId="271"/>
            <ac:spMk id="7" creationId="{0922D7F1-8564-439C-BAC4-8FD8195DB4B9}"/>
          </ac:spMkLst>
        </pc:spChg>
        <pc:picChg chg="del">
          <ac:chgData name="김 민성" userId="c05cba48483d7d7e" providerId="LiveId" clId="{4ABAA92B-1B06-4ACA-AF85-1F0D1413B600}" dt="2022-01-06T18:40:38.314" v="7679" actId="478"/>
          <ac:picMkLst>
            <pc:docMk/>
            <pc:sldMk cId="2757373258" sldId="271"/>
            <ac:picMk id="5" creationId="{4164FDFA-5B5F-466D-A137-571676CCDA8F}"/>
          </ac:picMkLst>
        </pc:picChg>
      </pc:sldChg>
      <pc:sldChg chg="modSp add del mod">
        <pc:chgData name="김 민성" userId="c05cba48483d7d7e" providerId="LiveId" clId="{4ABAA92B-1B06-4ACA-AF85-1F0D1413B600}" dt="2022-01-06T19:24:14.587" v="8412" actId="2696"/>
        <pc:sldMkLst>
          <pc:docMk/>
          <pc:sldMk cId="179140566" sldId="272"/>
        </pc:sldMkLst>
        <pc:spChg chg="mod">
          <ac:chgData name="김 민성" userId="c05cba48483d7d7e" providerId="LiveId" clId="{4ABAA92B-1B06-4ACA-AF85-1F0D1413B600}" dt="2022-01-06T19:15:30.683" v="8405" actId="20577"/>
          <ac:spMkLst>
            <pc:docMk/>
            <pc:sldMk cId="179140566" sldId="272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9:15:33.344" v="8407" actId="5793"/>
          <ac:spMkLst>
            <pc:docMk/>
            <pc:sldMk cId="179140566" sldId="272"/>
            <ac:spMk id="3" creationId="{B12C1BDE-0519-4A77-9D55-D8FF2D96C8D1}"/>
          </ac:spMkLst>
        </pc:spChg>
      </pc:sldChg>
      <pc:sldChg chg="addSp delSp modSp add mod">
        <pc:chgData name="김 민성" userId="c05cba48483d7d7e" providerId="LiveId" clId="{4ABAA92B-1B06-4ACA-AF85-1F0D1413B600}" dt="2022-01-06T21:31:31.334" v="9663" actId="20577"/>
        <pc:sldMkLst>
          <pc:docMk/>
          <pc:sldMk cId="2341231172" sldId="272"/>
        </pc:sldMkLst>
        <pc:spChg chg="mod">
          <ac:chgData name="김 민성" userId="c05cba48483d7d7e" providerId="LiveId" clId="{4ABAA92B-1B06-4ACA-AF85-1F0D1413B600}" dt="2022-01-06T20:39:22.520" v="8870" actId="20577"/>
          <ac:spMkLst>
            <pc:docMk/>
            <pc:sldMk cId="2341231172" sldId="272"/>
            <ac:spMk id="2" creationId="{761D0BA2-59CB-487A-BB3A-F1C1DE690177}"/>
          </ac:spMkLst>
        </pc:spChg>
        <pc:spChg chg="add del mod">
          <ac:chgData name="김 민성" userId="c05cba48483d7d7e" providerId="LiveId" clId="{4ABAA92B-1B06-4ACA-AF85-1F0D1413B600}" dt="2022-01-06T21:31:31.334" v="9663" actId="20577"/>
          <ac:spMkLst>
            <pc:docMk/>
            <pc:sldMk cId="2341231172" sldId="272"/>
            <ac:spMk id="3" creationId="{B12C1BDE-0519-4A77-9D55-D8FF2D96C8D1}"/>
          </ac:spMkLst>
        </pc:spChg>
        <pc:picChg chg="add del mod">
          <ac:chgData name="김 민성" userId="c05cba48483d7d7e" providerId="LiveId" clId="{4ABAA92B-1B06-4ACA-AF85-1F0D1413B600}" dt="2022-01-06T20:36:09.898" v="8786"/>
          <ac:picMkLst>
            <pc:docMk/>
            <pc:sldMk cId="2341231172" sldId="272"/>
            <ac:picMk id="5" creationId="{81A77DAB-47C4-409E-89B8-0F7DFBBC9BE4}"/>
          </ac:picMkLst>
        </pc:picChg>
        <pc:picChg chg="add mod">
          <ac:chgData name="김 민성" userId="c05cba48483d7d7e" providerId="LiveId" clId="{4ABAA92B-1B06-4ACA-AF85-1F0D1413B600}" dt="2022-01-06T21:23:32.933" v="9451" actId="1076"/>
          <ac:picMkLst>
            <pc:docMk/>
            <pc:sldMk cId="2341231172" sldId="272"/>
            <ac:picMk id="7" creationId="{60E4F928-C069-4385-A8C1-15A29478E5E7}"/>
          </ac:picMkLst>
        </pc:picChg>
      </pc:sldChg>
      <pc:sldChg chg="modSp add del mod">
        <pc:chgData name="김 민성" userId="c05cba48483d7d7e" providerId="LiveId" clId="{4ABAA92B-1B06-4ACA-AF85-1F0D1413B600}" dt="2022-01-06T19:46:10.636" v="8656" actId="2696"/>
        <pc:sldMkLst>
          <pc:docMk/>
          <pc:sldMk cId="3688412980" sldId="273"/>
        </pc:sldMkLst>
        <pc:spChg chg="mod">
          <ac:chgData name="김 민성" userId="c05cba48483d7d7e" providerId="LiveId" clId="{4ABAA92B-1B06-4ACA-AF85-1F0D1413B600}" dt="2022-01-06T19:24:18.335" v="8417" actId="20577"/>
          <ac:spMkLst>
            <pc:docMk/>
            <pc:sldMk cId="3688412980" sldId="273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19:25:09.341" v="8640"/>
          <ac:spMkLst>
            <pc:docMk/>
            <pc:sldMk cId="3688412980" sldId="273"/>
            <ac:spMk id="3" creationId="{B12C1BDE-0519-4A77-9D55-D8FF2D96C8D1}"/>
          </ac:spMkLst>
        </pc:spChg>
      </pc:sldChg>
      <pc:sldChg chg="addSp delSp modSp add mod">
        <pc:chgData name="김 민성" userId="c05cba48483d7d7e" providerId="LiveId" clId="{4ABAA92B-1B06-4ACA-AF85-1F0D1413B600}" dt="2022-01-06T21:24:00.960" v="9465" actId="1076"/>
        <pc:sldMkLst>
          <pc:docMk/>
          <pc:sldMk cId="3995472079" sldId="273"/>
        </pc:sldMkLst>
        <pc:spChg chg="mod">
          <ac:chgData name="김 민성" userId="c05cba48483d7d7e" providerId="LiveId" clId="{4ABAA92B-1B06-4ACA-AF85-1F0D1413B600}" dt="2022-01-06T20:45:03.841" v="9067" actId="20577"/>
          <ac:spMkLst>
            <pc:docMk/>
            <pc:sldMk cId="3995472079" sldId="273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1:23:36.215" v="9453" actId="20577"/>
          <ac:spMkLst>
            <pc:docMk/>
            <pc:sldMk cId="3995472079" sldId="273"/>
            <ac:spMk id="3" creationId="{B12C1BDE-0519-4A77-9D55-D8FF2D96C8D1}"/>
          </ac:spMkLst>
        </pc:spChg>
        <pc:picChg chg="add mod">
          <ac:chgData name="김 민성" userId="c05cba48483d7d7e" providerId="LiveId" clId="{4ABAA92B-1B06-4ACA-AF85-1F0D1413B600}" dt="2022-01-06T21:24:00.960" v="9465" actId="1076"/>
          <ac:picMkLst>
            <pc:docMk/>
            <pc:sldMk cId="3995472079" sldId="273"/>
            <ac:picMk id="5" creationId="{74632732-3148-459D-852D-A51C712C5BA7}"/>
          </ac:picMkLst>
        </pc:picChg>
        <pc:picChg chg="add del">
          <ac:chgData name="김 민성" userId="c05cba48483d7d7e" providerId="LiveId" clId="{4ABAA92B-1B06-4ACA-AF85-1F0D1413B600}" dt="2022-01-06T20:55:26.401" v="9203" actId="478"/>
          <ac:picMkLst>
            <pc:docMk/>
            <pc:sldMk cId="3995472079" sldId="273"/>
            <ac:picMk id="7" creationId="{60E4F928-C069-4385-A8C1-15A29478E5E7}"/>
          </ac:picMkLst>
        </pc:picChg>
      </pc:sldChg>
      <pc:sldChg chg="addSp delSp modSp add mod">
        <pc:chgData name="김 민성" userId="c05cba48483d7d7e" providerId="LiveId" clId="{4ABAA92B-1B06-4ACA-AF85-1F0D1413B600}" dt="2022-01-06T21:23:55.516" v="9463" actId="1076"/>
        <pc:sldMkLst>
          <pc:docMk/>
          <pc:sldMk cId="3949685863" sldId="274"/>
        </pc:sldMkLst>
        <pc:spChg chg="mod">
          <ac:chgData name="김 민성" userId="c05cba48483d7d7e" providerId="LiveId" clId="{4ABAA92B-1B06-4ACA-AF85-1F0D1413B600}" dt="2022-01-06T21:06:39.479" v="9248" actId="20577"/>
          <ac:spMkLst>
            <pc:docMk/>
            <pc:sldMk cId="3949685863" sldId="274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1:23:43.338" v="9457" actId="20577"/>
          <ac:spMkLst>
            <pc:docMk/>
            <pc:sldMk cId="3949685863" sldId="274"/>
            <ac:spMk id="3" creationId="{B12C1BDE-0519-4A77-9D55-D8FF2D96C8D1}"/>
          </ac:spMkLst>
        </pc:spChg>
        <pc:picChg chg="del mod">
          <ac:chgData name="김 민성" userId="c05cba48483d7d7e" providerId="LiveId" clId="{4ABAA92B-1B06-4ACA-AF85-1F0D1413B600}" dt="2022-01-06T21:12:55.818" v="9325" actId="478"/>
          <ac:picMkLst>
            <pc:docMk/>
            <pc:sldMk cId="3949685863" sldId="274"/>
            <ac:picMk id="5" creationId="{74632732-3148-459D-852D-A51C712C5BA7}"/>
          </ac:picMkLst>
        </pc:picChg>
        <pc:picChg chg="add mod">
          <ac:chgData name="김 민성" userId="c05cba48483d7d7e" providerId="LiveId" clId="{4ABAA92B-1B06-4ACA-AF85-1F0D1413B600}" dt="2022-01-06T21:23:55.516" v="9463" actId="1076"/>
          <ac:picMkLst>
            <pc:docMk/>
            <pc:sldMk cId="3949685863" sldId="274"/>
            <ac:picMk id="6" creationId="{4497054D-90F5-4B42-AA35-6EC9F238F8C8}"/>
          </ac:picMkLst>
        </pc:picChg>
      </pc:sldChg>
      <pc:sldChg chg="addSp delSp modSp add mod">
        <pc:chgData name="김 민성" userId="c05cba48483d7d7e" providerId="LiveId" clId="{4ABAA92B-1B06-4ACA-AF85-1F0D1413B600}" dt="2022-01-06T21:23:52.835" v="9462" actId="1076"/>
        <pc:sldMkLst>
          <pc:docMk/>
          <pc:sldMk cId="3656763797" sldId="275"/>
        </pc:sldMkLst>
        <pc:spChg chg="mod">
          <ac:chgData name="김 민성" userId="c05cba48483d7d7e" providerId="LiveId" clId="{4ABAA92B-1B06-4ACA-AF85-1F0D1413B600}" dt="2022-01-06T21:15:46.968" v="9370" actId="20577"/>
          <ac:spMkLst>
            <pc:docMk/>
            <pc:sldMk cId="3656763797" sldId="275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1:23:46.583" v="9460" actId="20577"/>
          <ac:spMkLst>
            <pc:docMk/>
            <pc:sldMk cId="3656763797" sldId="275"/>
            <ac:spMk id="3" creationId="{B12C1BDE-0519-4A77-9D55-D8FF2D96C8D1}"/>
          </ac:spMkLst>
        </pc:spChg>
        <pc:picChg chg="add mod">
          <ac:chgData name="김 민성" userId="c05cba48483d7d7e" providerId="LiveId" clId="{4ABAA92B-1B06-4ACA-AF85-1F0D1413B600}" dt="2022-01-06T21:23:52.835" v="9462" actId="1076"/>
          <ac:picMkLst>
            <pc:docMk/>
            <pc:sldMk cId="3656763797" sldId="275"/>
            <ac:picMk id="5" creationId="{FCEC1C4A-BD6A-4EC6-80E7-286DDC8941CE}"/>
          </ac:picMkLst>
        </pc:picChg>
        <pc:picChg chg="del">
          <ac:chgData name="김 민성" userId="c05cba48483d7d7e" providerId="LiveId" clId="{4ABAA92B-1B06-4ACA-AF85-1F0D1413B600}" dt="2022-01-06T21:15:49.852" v="9371" actId="478"/>
          <ac:picMkLst>
            <pc:docMk/>
            <pc:sldMk cId="3656763797" sldId="275"/>
            <ac:picMk id="6" creationId="{4497054D-90F5-4B42-AA35-6EC9F238F8C8}"/>
          </ac:picMkLst>
        </pc:picChg>
      </pc:sldChg>
      <pc:sldChg chg="new del">
        <pc:chgData name="김 민성" userId="c05cba48483d7d7e" providerId="LiveId" clId="{4ABAA92B-1B06-4ACA-AF85-1F0D1413B600}" dt="2022-01-06T21:24:17.323" v="9467" actId="47"/>
        <pc:sldMkLst>
          <pc:docMk/>
          <pc:sldMk cId="526495406" sldId="276"/>
        </pc:sldMkLst>
      </pc:sldChg>
      <pc:sldChg chg="addSp delSp modSp add mod">
        <pc:chgData name="김 민성" userId="c05cba48483d7d7e" providerId="LiveId" clId="{4ABAA92B-1B06-4ACA-AF85-1F0D1413B600}" dt="2022-01-06T22:24:16.462" v="10628" actId="20577"/>
        <pc:sldMkLst>
          <pc:docMk/>
          <pc:sldMk cId="3616642874" sldId="276"/>
        </pc:sldMkLst>
        <pc:spChg chg="mod">
          <ac:chgData name="김 민성" userId="c05cba48483d7d7e" providerId="LiveId" clId="{4ABAA92B-1B06-4ACA-AF85-1F0D1413B600}" dt="2022-01-06T21:36:46.953" v="9992" actId="20577"/>
          <ac:spMkLst>
            <pc:docMk/>
            <pc:sldMk cId="3616642874" sldId="276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2:24:16.462" v="10628" actId="20577"/>
          <ac:spMkLst>
            <pc:docMk/>
            <pc:sldMk cId="3616642874" sldId="276"/>
            <ac:spMk id="3" creationId="{B12C1BDE-0519-4A77-9D55-D8FF2D96C8D1}"/>
          </ac:spMkLst>
        </pc:spChg>
        <pc:picChg chg="del">
          <ac:chgData name="김 민성" userId="c05cba48483d7d7e" providerId="LiveId" clId="{4ABAA92B-1B06-4ACA-AF85-1F0D1413B600}" dt="2022-01-06T21:24:33.571" v="9476" actId="478"/>
          <ac:picMkLst>
            <pc:docMk/>
            <pc:sldMk cId="3616642874" sldId="276"/>
            <ac:picMk id="5" creationId="{FCEC1C4A-BD6A-4EC6-80E7-286DDC8941CE}"/>
          </ac:picMkLst>
        </pc:picChg>
        <pc:picChg chg="add mod">
          <ac:chgData name="김 민성" userId="c05cba48483d7d7e" providerId="LiveId" clId="{4ABAA92B-1B06-4ACA-AF85-1F0D1413B600}" dt="2022-01-06T21:38:04.846" v="10131" actId="1076"/>
          <ac:picMkLst>
            <pc:docMk/>
            <pc:sldMk cId="3616642874" sldId="276"/>
            <ac:picMk id="6" creationId="{C121ABAB-8DD6-4369-A101-C08AD1FDA271}"/>
          </ac:picMkLst>
        </pc:picChg>
      </pc:sldChg>
      <pc:sldChg chg="addSp delSp modSp add mod">
        <pc:chgData name="김 민성" userId="c05cba48483d7d7e" providerId="LiveId" clId="{4ABAA92B-1B06-4ACA-AF85-1F0D1413B600}" dt="2022-01-06T23:52:05.233" v="11676" actId="1076"/>
        <pc:sldMkLst>
          <pc:docMk/>
          <pc:sldMk cId="1211052809" sldId="277"/>
        </pc:sldMkLst>
        <pc:spChg chg="mod">
          <ac:chgData name="김 민성" userId="c05cba48483d7d7e" providerId="LiveId" clId="{4ABAA92B-1B06-4ACA-AF85-1F0D1413B600}" dt="2022-01-06T21:40:02.481" v="10339" actId="20577"/>
          <ac:spMkLst>
            <pc:docMk/>
            <pc:sldMk cId="1211052809" sldId="277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3:44:33.565" v="11257" actId="20577"/>
          <ac:spMkLst>
            <pc:docMk/>
            <pc:sldMk cId="1211052809" sldId="277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6T23:50:26.470" v="11562" actId="1076"/>
          <ac:spMkLst>
            <pc:docMk/>
            <pc:sldMk cId="1211052809" sldId="277"/>
            <ac:spMk id="4" creationId="{EEDBEDDF-4B67-4940-BD33-BB2B26AA5CD2}"/>
          </ac:spMkLst>
        </pc:spChg>
        <pc:spChg chg="add mod">
          <ac:chgData name="김 민성" userId="c05cba48483d7d7e" providerId="LiveId" clId="{4ABAA92B-1B06-4ACA-AF85-1F0D1413B600}" dt="2022-01-06T23:49:38.738" v="11495" actId="1076"/>
          <ac:spMkLst>
            <pc:docMk/>
            <pc:sldMk cId="1211052809" sldId="277"/>
            <ac:spMk id="6" creationId="{3294E99F-5EAF-4B3F-B99F-074ED4938F4B}"/>
          </ac:spMkLst>
        </pc:spChg>
        <pc:spChg chg="add mod">
          <ac:chgData name="김 민성" userId="c05cba48483d7d7e" providerId="LiveId" clId="{4ABAA92B-1B06-4ACA-AF85-1F0D1413B600}" dt="2022-01-06T23:52:05.233" v="11676" actId="1076"/>
          <ac:spMkLst>
            <pc:docMk/>
            <pc:sldMk cId="1211052809" sldId="277"/>
            <ac:spMk id="8" creationId="{4FC2F4DB-D7C0-4292-B432-9BB0A448576C}"/>
          </ac:spMkLst>
        </pc:spChg>
        <pc:spChg chg="add del mod">
          <ac:chgData name="김 민성" userId="c05cba48483d7d7e" providerId="LiveId" clId="{4ABAA92B-1B06-4ACA-AF85-1F0D1413B600}" dt="2022-01-06T23:43:15.579" v="11160" actId="478"/>
          <ac:spMkLst>
            <pc:docMk/>
            <pc:sldMk cId="1211052809" sldId="277"/>
            <ac:spMk id="9" creationId="{91445FFF-8E56-47E5-BD04-7AE7B70C0910}"/>
          </ac:spMkLst>
        </pc:spChg>
        <pc:picChg chg="add mod">
          <ac:chgData name="김 민성" userId="c05cba48483d7d7e" providerId="LiveId" clId="{4ABAA92B-1B06-4ACA-AF85-1F0D1413B600}" dt="2022-01-06T23:49:35.226" v="11494" actId="1076"/>
          <ac:picMkLst>
            <pc:docMk/>
            <pc:sldMk cId="1211052809" sldId="277"/>
            <ac:picMk id="5" creationId="{0FD57683-D187-461F-9418-C1EE1296D524}"/>
          </ac:picMkLst>
        </pc:picChg>
        <pc:picChg chg="add mod">
          <ac:chgData name="김 민성" userId="c05cba48483d7d7e" providerId="LiveId" clId="{4ABAA92B-1B06-4ACA-AF85-1F0D1413B600}" dt="2022-01-06T23:52:05.233" v="11676" actId="1076"/>
          <ac:picMkLst>
            <pc:docMk/>
            <pc:sldMk cId="1211052809" sldId="277"/>
            <ac:picMk id="7" creationId="{389EE432-9A40-4162-9F2B-E87F431AFF93}"/>
          </ac:picMkLst>
        </pc:picChg>
        <pc:picChg chg="add del mod">
          <ac:chgData name="김 민성" userId="c05cba48483d7d7e" providerId="LiveId" clId="{4ABAA92B-1B06-4ACA-AF85-1F0D1413B600}" dt="2022-01-06T23:43:14.393" v="11159" actId="478"/>
          <ac:picMkLst>
            <pc:docMk/>
            <pc:sldMk cId="1211052809" sldId="277"/>
            <ac:picMk id="8" creationId="{58A516CA-5157-4EDF-BCC7-72877CB18A92}"/>
          </ac:picMkLst>
        </pc:picChg>
      </pc:sldChg>
      <pc:sldChg chg="addSp delSp modSp add mod">
        <pc:chgData name="김 민성" userId="c05cba48483d7d7e" providerId="LiveId" clId="{4ABAA92B-1B06-4ACA-AF85-1F0D1413B600}" dt="2022-01-06T23:53:36.303" v="11770"/>
        <pc:sldMkLst>
          <pc:docMk/>
          <pc:sldMk cId="3715812405" sldId="278"/>
        </pc:sldMkLst>
        <pc:spChg chg="mod">
          <ac:chgData name="김 민성" userId="c05cba48483d7d7e" providerId="LiveId" clId="{4ABAA92B-1B06-4ACA-AF85-1F0D1413B600}" dt="2022-01-06T21:40:04.059" v="10341" actId="20577"/>
          <ac:spMkLst>
            <pc:docMk/>
            <pc:sldMk cId="3715812405" sldId="278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3:52:40.150" v="11682" actId="1076"/>
          <ac:spMkLst>
            <pc:docMk/>
            <pc:sldMk cId="3715812405" sldId="278"/>
            <ac:spMk id="3" creationId="{B12C1BDE-0519-4A77-9D55-D8FF2D96C8D1}"/>
          </ac:spMkLst>
        </pc:spChg>
        <pc:spChg chg="add del mod">
          <ac:chgData name="김 민성" userId="c05cba48483d7d7e" providerId="LiveId" clId="{4ABAA92B-1B06-4ACA-AF85-1F0D1413B600}" dt="2022-01-06T23:52:36.284" v="11681"/>
          <ac:spMkLst>
            <pc:docMk/>
            <pc:sldMk cId="3715812405" sldId="278"/>
            <ac:spMk id="4" creationId="{8ADFA445-2AE5-4ED9-9968-472D8F410281}"/>
          </ac:spMkLst>
        </pc:spChg>
        <pc:spChg chg="add mod">
          <ac:chgData name="김 민성" userId="c05cba48483d7d7e" providerId="LiveId" clId="{4ABAA92B-1B06-4ACA-AF85-1F0D1413B600}" dt="2022-01-06T23:53:36.303" v="11770"/>
          <ac:spMkLst>
            <pc:docMk/>
            <pc:sldMk cId="3715812405" sldId="278"/>
            <ac:spMk id="6" creationId="{D1B1A60D-6F9D-4908-A0C1-67677A91596D}"/>
          </ac:spMkLst>
        </pc:spChg>
        <pc:spChg chg="add mod">
          <ac:chgData name="김 민성" userId="c05cba48483d7d7e" providerId="LiveId" clId="{4ABAA92B-1B06-4ACA-AF85-1F0D1413B600}" dt="2022-01-06T23:51:07.370" v="11604" actId="1076"/>
          <ac:spMkLst>
            <pc:docMk/>
            <pc:sldMk cId="3715812405" sldId="278"/>
            <ac:spMk id="10" creationId="{A66D9368-8FD2-49AB-94FF-0083247401AE}"/>
          </ac:spMkLst>
        </pc:spChg>
        <pc:spChg chg="add mod">
          <ac:chgData name="김 민성" userId="c05cba48483d7d7e" providerId="LiveId" clId="{4ABAA92B-1B06-4ACA-AF85-1F0D1413B600}" dt="2022-01-06T23:52:35.674" v="11679" actId="1076"/>
          <ac:spMkLst>
            <pc:docMk/>
            <pc:sldMk cId="3715812405" sldId="278"/>
            <ac:spMk id="11" creationId="{5AC38DBF-0795-4698-9135-15DB2E6ABA80}"/>
          </ac:spMkLst>
        </pc:spChg>
        <pc:spChg chg="add del mod">
          <ac:chgData name="김 민성" userId="c05cba48483d7d7e" providerId="LiveId" clId="{4ABAA92B-1B06-4ACA-AF85-1F0D1413B600}" dt="2022-01-06T21:51:32.499" v="10439" actId="21"/>
          <ac:spMkLst>
            <pc:docMk/>
            <pc:sldMk cId="3715812405" sldId="278"/>
            <ac:spMk id="12" creationId="{74117E7B-A575-4A60-9F82-E5E077FE5DA3}"/>
          </ac:spMkLst>
        </pc:spChg>
        <pc:picChg chg="add mod">
          <ac:chgData name="김 민성" userId="c05cba48483d7d7e" providerId="LiveId" clId="{4ABAA92B-1B06-4ACA-AF85-1F0D1413B600}" dt="2022-01-06T23:51:02.814" v="11603" actId="1076"/>
          <ac:picMkLst>
            <pc:docMk/>
            <pc:sldMk cId="3715812405" sldId="278"/>
            <ac:picMk id="5" creationId="{87CF8EF3-07EA-429B-9089-74E4FF2F431F}"/>
          </ac:picMkLst>
        </pc:picChg>
        <pc:picChg chg="add mod">
          <ac:chgData name="김 민성" userId="c05cba48483d7d7e" providerId="LiveId" clId="{4ABAA92B-1B06-4ACA-AF85-1F0D1413B600}" dt="2022-01-06T23:51:52.439" v="11675" actId="14100"/>
          <ac:picMkLst>
            <pc:docMk/>
            <pc:sldMk cId="3715812405" sldId="278"/>
            <ac:picMk id="7" creationId="{D8B186B0-9854-4F04-8143-C97693B5B44B}"/>
          </ac:picMkLst>
        </pc:picChg>
        <pc:picChg chg="add del mod">
          <ac:chgData name="김 민성" userId="c05cba48483d7d7e" providerId="LiveId" clId="{4ABAA92B-1B06-4ACA-AF85-1F0D1413B600}" dt="2022-01-06T21:49:59.021" v="10411" actId="21"/>
          <ac:picMkLst>
            <pc:docMk/>
            <pc:sldMk cId="3715812405" sldId="278"/>
            <ac:picMk id="9" creationId="{9F00B35C-B3A9-4917-9490-C646630E0B59}"/>
          </ac:picMkLst>
        </pc:picChg>
      </pc:sldChg>
      <pc:sldChg chg="addSp delSp modSp add mod">
        <pc:chgData name="김 민성" userId="c05cba48483d7d7e" providerId="LiveId" clId="{4ABAA92B-1B06-4ACA-AF85-1F0D1413B600}" dt="2022-01-07T00:06:05.952" v="12914" actId="20577"/>
        <pc:sldMkLst>
          <pc:docMk/>
          <pc:sldMk cId="4143468189" sldId="279"/>
        </pc:sldMkLst>
        <pc:spChg chg="mod">
          <ac:chgData name="김 민성" userId="c05cba48483d7d7e" providerId="LiveId" clId="{4ABAA92B-1B06-4ACA-AF85-1F0D1413B600}" dt="2022-01-06T22:01:11.719" v="10563"/>
          <ac:spMkLst>
            <pc:docMk/>
            <pc:sldMk cId="4143468189" sldId="279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3:58:13.871" v="12140"/>
          <ac:spMkLst>
            <pc:docMk/>
            <pc:sldMk cId="4143468189" sldId="279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7T00:06:05.952" v="12914" actId="20577"/>
          <ac:spMkLst>
            <pc:docMk/>
            <pc:sldMk cId="4143468189" sldId="279"/>
            <ac:spMk id="4" creationId="{53400CB2-CD09-4A43-906A-80C634A37774}"/>
          </ac:spMkLst>
        </pc:spChg>
        <pc:spChg chg="add mod">
          <ac:chgData name="김 민성" userId="c05cba48483d7d7e" providerId="LiveId" clId="{4ABAA92B-1B06-4ACA-AF85-1F0D1413B600}" dt="2022-01-06T23:57:57.941" v="12087" actId="1076"/>
          <ac:spMkLst>
            <pc:docMk/>
            <pc:sldMk cId="4143468189" sldId="279"/>
            <ac:spMk id="8" creationId="{6E298046-9A5F-4E6B-B51A-E4475C043381}"/>
          </ac:spMkLst>
        </pc:spChg>
        <pc:spChg chg="add del">
          <ac:chgData name="김 민성" userId="c05cba48483d7d7e" providerId="LiveId" clId="{4ABAA92B-1B06-4ACA-AF85-1F0D1413B600}" dt="2022-01-06T21:58:15.624" v="10464" actId="11529"/>
          <ac:spMkLst>
            <pc:docMk/>
            <pc:sldMk cId="4143468189" sldId="279"/>
            <ac:spMk id="9" creationId="{990D303C-2769-47A8-BC45-75A1B62ECC07}"/>
          </ac:spMkLst>
        </pc:spChg>
        <pc:spChg chg="add del mod">
          <ac:chgData name="김 민성" userId="c05cba48483d7d7e" providerId="LiveId" clId="{4ABAA92B-1B06-4ACA-AF85-1F0D1413B600}" dt="2022-01-06T23:55:50.110" v="11947" actId="478"/>
          <ac:spMkLst>
            <pc:docMk/>
            <pc:sldMk cId="4143468189" sldId="279"/>
            <ac:spMk id="10" creationId="{8E33FE2C-ADE6-4DD3-812D-CE9F5BC80229}"/>
          </ac:spMkLst>
        </pc:spChg>
        <pc:spChg chg="add mod">
          <ac:chgData name="김 민성" userId="c05cba48483d7d7e" providerId="LiveId" clId="{4ABAA92B-1B06-4ACA-AF85-1F0D1413B600}" dt="2022-01-07T00:01:06.934" v="12463" actId="1076"/>
          <ac:spMkLst>
            <pc:docMk/>
            <pc:sldMk cId="4143468189" sldId="279"/>
            <ac:spMk id="11" creationId="{D7FB0232-724A-4CC6-A4BF-D6828EF103C3}"/>
          </ac:spMkLst>
        </pc:spChg>
        <pc:spChg chg="add mod">
          <ac:chgData name="김 민성" userId="c05cba48483d7d7e" providerId="LiveId" clId="{4ABAA92B-1B06-4ACA-AF85-1F0D1413B600}" dt="2022-01-07T00:01:06.934" v="12463" actId="1076"/>
          <ac:spMkLst>
            <pc:docMk/>
            <pc:sldMk cId="4143468189" sldId="279"/>
            <ac:spMk id="12" creationId="{EF054B30-400B-4C65-8EF3-11D81C5C40AF}"/>
          </ac:spMkLst>
        </pc:spChg>
        <pc:picChg chg="add mod">
          <ac:chgData name="김 민성" userId="c05cba48483d7d7e" providerId="LiveId" clId="{4ABAA92B-1B06-4ACA-AF85-1F0D1413B600}" dt="2022-01-06T23:57:57.941" v="12087" actId="1076"/>
          <ac:picMkLst>
            <pc:docMk/>
            <pc:sldMk cId="4143468189" sldId="279"/>
            <ac:picMk id="5" creationId="{DE9221E0-6AF0-4FE0-9F9A-0D99BEF4F1BA}"/>
          </ac:picMkLst>
        </pc:picChg>
        <pc:picChg chg="add mod">
          <ac:chgData name="김 민성" userId="c05cba48483d7d7e" providerId="LiveId" clId="{4ABAA92B-1B06-4ACA-AF85-1F0D1413B600}" dt="2022-01-07T00:01:06.934" v="12463" actId="1076"/>
          <ac:picMkLst>
            <pc:docMk/>
            <pc:sldMk cId="4143468189" sldId="279"/>
            <ac:picMk id="7" creationId="{DD4F388F-4E11-4A91-970B-946E7A56B588}"/>
          </ac:picMkLst>
        </pc:picChg>
      </pc:sldChg>
      <pc:sldChg chg="addSp modSp add mod">
        <pc:chgData name="김 민성" userId="c05cba48483d7d7e" providerId="LiveId" clId="{4ABAA92B-1B06-4ACA-AF85-1F0D1413B600}" dt="2022-01-07T00:03:10.130" v="12627"/>
        <pc:sldMkLst>
          <pc:docMk/>
          <pc:sldMk cId="1215137640" sldId="280"/>
        </pc:sldMkLst>
        <pc:spChg chg="mod">
          <ac:chgData name="김 민성" userId="c05cba48483d7d7e" providerId="LiveId" clId="{4ABAA92B-1B06-4ACA-AF85-1F0D1413B600}" dt="2022-01-06T21:40:09.692" v="10351"/>
          <ac:spMkLst>
            <pc:docMk/>
            <pc:sldMk cId="1215137640" sldId="280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7T00:02:45.999" v="12593"/>
          <ac:spMkLst>
            <pc:docMk/>
            <pc:sldMk cId="1215137640" sldId="280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7T00:03:10.130" v="12627"/>
          <ac:spMkLst>
            <pc:docMk/>
            <pc:sldMk cId="1215137640" sldId="280"/>
            <ac:spMk id="4" creationId="{F2E33CFA-83EA-402D-B5C8-38367774ED87}"/>
          </ac:spMkLst>
        </pc:spChg>
        <pc:spChg chg="add mod">
          <ac:chgData name="김 민성" userId="c05cba48483d7d7e" providerId="LiveId" clId="{4ABAA92B-1B06-4ACA-AF85-1F0D1413B600}" dt="2022-01-07T00:01:15.794" v="12464" actId="1076"/>
          <ac:spMkLst>
            <pc:docMk/>
            <pc:sldMk cId="1215137640" sldId="280"/>
            <ac:spMk id="6" creationId="{391D3380-FFB0-4E45-9D50-B2D540D6C258}"/>
          </ac:spMkLst>
        </pc:spChg>
        <pc:spChg chg="add mod">
          <ac:chgData name="김 민성" userId="c05cba48483d7d7e" providerId="LiveId" clId="{4ABAA92B-1B06-4ACA-AF85-1F0D1413B600}" dt="2022-01-07T00:01:26.935" v="12466" actId="1076"/>
          <ac:spMkLst>
            <pc:docMk/>
            <pc:sldMk cId="1215137640" sldId="280"/>
            <ac:spMk id="9" creationId="{5CFE41C2-BC70-4CFA-B5C0-2F20D16E0ECA}"/>
          </ac:spMkLst>
        </pc:spChg>
        <pc:picChg chg="add mod">
          <ac:chgData name="김 민성" userId="c05cba48483d7d7e" providerId="LiveId" clId="{4ABAA92B-1B06-4ACA-AF85-1F0D1413B600}" dt="2022-01-07T00:01:15.794" v="12464" actId="1076"/>
          <ac:picMkLst>
            <pc:docMk/>
            <pc:sldMk cId="1215137640" sldId="280"/>
            <ac:picMk id="5" creationId="{F3C8ED3F-1737-4188-B67F-0E078F2B3158}"/>
          </ac:picMkLst>
        </pc:picChg>
        <pc:picChg chg="add mod">
          <ac:chgData name="김 민성" userId="c05cba48483d7d7e" providerId="LiveId" clId="{4ABAA92B-1B06-4ACA-AF85-1F0D1413B600}" dt="2022-01-07T00:01:26.935" v="12466" actId="1076"/>
          <ac:picMkLst>
            <pc:docMk/>
            <pc:sldMk cId="1215137640" sldId="280"/>
            <ac:picMk id="8" creationId="{7C7761BA-B221-4FB0-8DD0-96EA7C013284}"/>
          </ac:picMkLst>
        </pc:picChg>
      </pc:sldChg>
      <pc:sldChg chg="addSp delSp modSp add mod">
        <pc:chgData name="김 민성" userId="c05cba48483d7d7e" providerId="LiveId" clId="{4ABAA92B-1B06-4ACA-AF85-1F0D1413B600}" dt="2022-01-07T00:06:33.890" v="12933" actId="1076"/>
        <pc:sldMkLst>
          <pc:docMk/>
          <pc:sldMk cId="4241751350" sldId="281"/>
        </pc:sldMkLst>
        <pc:spChg chg="mod">
          <ac:chgData name="김 민성" userId="c05cba48483d7d7e" providerId="LiveId" clId="{4ABAA92B-1B06-4ACA-AF85-1F0D1413B600}" dt="2022-01-06T21:40:11.827" v="10353" actId="20577"/>
          <ac:spMkLst>
            <pc:docMk/>
            <pc:sldMk cId="4241751350" sldId="281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7T00:04:31.948" v="12776"/>
          <ac:spMkLst>
            <pc:docMk/>
            <pc:sldMk cId="4241751350" sldId="281"/>
            <ac:spMk id="3" creationId="{B12C1BDE-0519-4A77-9D55-D8FF2D96C8D1}"/>
          </ac:spMkLst>
        </pc:spChg>
        <pc:spChg chg="add del mod">
          <ac:chgData name="김 민성" userId="c05cba48483d7d7e" providerId="LiveId" clId="{4ABAA92B-1B06-4ACA-AF85-1F0D1413B600}" dt="2022-01-07T00:04:36.554" v="12778" actId="767"/>
          <ac:spMkLst>
            <pc:docMk/>
            <pc:sldMk cId="4241751350" sldId="281"/>
            <ac:spMk id="4" creationId="{5C843372-05A8-40B8-A050-4E06526A7760}"/>
          </ac:spMkLst>
        </pc:spChg>
        <pc:spChg chg="add mod">
          <ac:chgData name="김 민성" userId="c05cba48483d7d7e" providerId="LiveId" clId="{4ABAA92B-1B06-4ACA-AF85-1F0D1413B600}" dt="2022-01-07T00:06:33.890" v="12933" actId="1076"/>
          <ac:spMkLst>
            <pc:docMk/>
            <pc:sldMk cId="4241751350" sldId="281"/>
            <ac:spMk id="6" creationId="{2C25C393-F40C-4C94-9569-D0B78DDF4E03}"/>
          </ac:spMkLst>
        </pc:spChg>
        <pc:spChg chg="add mod">
          <ac:chgData name="김 민성" userId="c05cba48483d7d7e" providerId="LiveId" clId="{4ABAA92B-1B06-4ACA-AF85-1F0D1413B600}" dt="2022-01-07T00:03:17.364" v="12628" actId="1076"/>
          <ac:spMkLst>
            <pc:docMk/>
            <pc:sldMk cId="4241751350" sldId="281"/>
            <ac:spMk id="8" creationId="{B8FCED80-434A-432C-83A2-32619AC9E0C2}"/>
          </ac:spMkLst>
        </pc:spChg>
        <pc:spChg chg="add del mod">
          <ac:chgData name="김 민성" userId="c05cba48483d7d7e" providerId="LiveId" clId="{4ABAA92B-1B06-4ACA-AF85-1F0D1413B600}" dt="2022-01-07T00:04:42.522" v="12782" actId="767"/>
          <ac:spMkLst>
            <pc:docMk/>
            <pc:sldMk cId="4241751350" sldId="281"/>
            <ac:spMk id="9" creationId="{7C8045E3-0498-4C9A-91C6-E9379EBAB18F}"/>
          </ac:spMkLst>
        </pc:spChg>
        <pc:spChg chg="add del mod">
          <ac:chgData name="김 민성" userId="c05cba48483d7d7e" providerId="LiveId" clId="{4ABAA92B-1B06-4ACA-AF85-1F0D1413B600}" dt="2022-01-07T00:04:42.183" v="12781" actId="767"/>
          <ac:spMkLst>
            <pc:docMk/>
            <pc:sldMk cId="4241751350" sldId="281"/>
            <ac:spMk id="10" creationId="{8C5F9DFA-7F2A-41B8-B609-F21BB11CC7CB}"/>
          </ac:spMkLst>
        </pc:spChg>
        <pc:spChg chg="add mod">
          <ac:chgData name="김 민성" userId="c05cba48483d7d7e" providerId="LiveId" clId="{4ABAA92B-1B06-4ACA-AF85-1F0D1413B600}" dt="2022-01-07T00:06:26.502" v="12932" actId="14100"/>
          <ac:spMkLst>
            <pc:docMk/>
            <pc:sldMk cId="4241751350" sldId="281"/>
            <ac:spMk id="11" creationId="{E639DA09-E19D-4887-8917-6B6B32B21C1B}"/>
          </ac:spMkLst>
        </pc:spChg>
        <pc:picChg chg="add mod">
          <ac:chgData name="김 민성" userId="c05cba48483d7d7e" providerId="LiveId" clId="{4ABAA92B-1B06-4ACA-AF85-1F0D1413B600}" dt="2022-01-07T00:06:33.890" v="12933" actId="1076"/>
          <ac:picMkLst>
            <pc:docMk/>
            <pc:sldMk cId="4241751350" sldId="281"/>
            <ac:picMk id="5" creationId="{971C3625-FC13-4FF5-AF72-83183A06DC63}"/>
          </ac:picMkLst>
        </pc:picChg>
        <pc:picChg chg="add mod">
          <ac:chgData name="김 민성" userId="c05cba48483d7d7e" providerId="LiveId" clId="{4ABAA92B-1B06-4ACA-AF85-1F0D1413B600}" dt="2022-01-07T00:03:17.364" v="12628" actId="1076"/>
          <ac:picMkLst>
            <pc:docMk/>
            <pc:sldMk cId="4241751350" sldId="281"/>
            <ac:picMk id="7" creationId="{594D4F98-79B4-45D0-8265-164885BFF266}"/>
          </ac:picMkLst>
        </pc:picChg>
      </pc:sldChg>
      <pc:sldChg chg="addSp modSp add mod">
        <pc:chgData name="김 민성" userId="c05cba48483d7d7e" providerId="LiveId" clId="{4ABAA92B-1B06-4ACA-AF85-1F0D1413B600}" dt="2022-01-07T00:08:34.003" v="13170"/>
        <pc:sldMkLst>
          <pc:docMk/>
          <pc:sldMk cId="2271285925" sldId="282"/>
        </pc:sldMkLst>
        <pc:spChg chg="mod">
          <ac:chgData name="김 민성" userId="c05cba48483d7d7e" providerId="LiveId" clId="{4ABAA92B-1B06-4ACA-AF85-1F0D1413B600}" dt="2022-01-06T21:40:14.122" v="10355" actId="20577"/>
          <ac:spMkLst>
            <pc:docMk/>
            <pc:sldMk cId="2271285925" sldId="282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7T00:07:50.675" v="13052"/>
          <ac:spMkLst>
            <pc:docMk/>
            <pc:sldMk cId="2271285925" sldId="282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7T00:07:55.645" v="13053" actId="767"/>
          <ac:spMkLst>
            <pc:docMk/>
            <pc:sldMk cId="2271285925" sldId="282"/>
            <ac:spMk id="4" creationId="{A208C499-4EE1-42A1-ACAD-36DA7370DCB5}"/>
          </ac:spMkLst>
        </pc:spChg>
        <pc:spChg chg="add mod">
          <ac:chgData name="김 민성" userId="c05cba48483d7d7e" providerId="LiveId" clId="{4ABAA92B-1B06-4ACA-AF85-1F0D1413B600}" dt="2022-01-07T00:06:45.800" v="12934" actId="1076"/>
          <ac:spMkLst>
            <pc:docMk/>
            <pc:sldMk cId="2271285925" sldId="282"/>
            <ac:spMk id="6" creationId="{25344720-8F60-4AC8-9AAF-181C54284A79}"/>
          </ac:spMkLst>
        </pc:spChg>
        <pc:spChg chg="add mod">
          <ac:chgData name="김 민성" userId="c05cba48483d7d7e" providerId="LiveId" clId="{4ABAA92B-1B06-4ACA-AF85-1F0D1413B600}" dt="2022-01-07T00:08:34.003" v="13170"/>
          <ac:spMkLst>
            <pc:docMk/>
            <pc:sldMk cId="2271285925" sldId="282"/>
            <ac:spMk id="7" creationId="{9D795371-5A88-4596-85A3-A75095AEC31D}"/>
          </ac:spMkLst>
        </pc:spChg>
        <pc:spChg chg="add mod">
          <ac:chgData name="김 민성" userId="c05cba48483d7d7e" providerId="LiveId" clId="{4ABAA92B-1B06-4ACA-AF85-1F0D1413B600}" dt="2022-01-07T00:06:55.375" v="12936" actId="1076"/>
          <ac:spMkLst>
            <pc:docMk/>
            <pc:sldMk cId="2271285925" sldId="282"/>
            <ac:spMk id="11" creationId="{F2D5FF6B-4E8B-44E9-A5C7-C36D36B62467}"/>
          </ac:spMkLst>
        </pc:spChg>
        <pc:spChg chg="add mod">
          <ac:chgData name="김 민성" userId="c05cba48483d7d7e" providerId="LiveId" clId="{4ABAA92B-1B06-4ACA-AF85-1F0D1413B600}" dt="2022-01-06T22:19:23.552" v="10620" actId="207"/>
          <ac:spMkLst>
            <pc:docMk/>
            <pc:sldMk cId="2271285925" sldId="282"/>
            <ac:spMk id="12" creationId="{EE75FDF0-CD60-4189-AE07-2C4F044A3A50}"/>
          </ac:spMkLst>
        </pc:spChg>
        <pc:picChg chg="add mod">
          <ac:chgData name="김 민성" userId="c05cba48483d7d7e" providerId="LiveId" clId="{4ABAA92B-1B06-4ACA-AF85-1F0D1413B600}" dt="2022-01-07T00:06:45.800" v="12934" actId="1076"/>
          <ac:picMkLst>
            <pc:docMk/>
            <pc:sldMk cId="2271285925" sldId="282"/>
            <ac:picMk id="5" creationId="{DBD01131-1696-4BF7-848F-160DD19E8503}"/>
          </ac:picMkLst>
        </pc:picChg>
        <pc:picChg chg="add mod">
          <ac:chgData name="김 민성" userId="c05cba48483d7d7e" providerId="LiveId" clId="{4ABAA92B-1B06-4ACA-AF85-1F0D1413B600}" dt="2022-01-07T00:06:51.681" v="12935" actId="1076"/>
          <ac:picMkLst>
            <pc:docMk/>
            <pc:sldMk cId="2271285925" sldId="282"/>
            <ac:picMk id="8" creationId="{1C47CA6E-A093-4D84-95D8-301911D09B51}"/>
          </ac:picMkLst>
        </pc:picChg>
        <pc:picChg chg="add mod ord">
          <ac:chgData name="김 민성" userId="c05cba48483d7d7e" providerId="LiveId" clId="{4ABAA92B-1B06-4ACA-AF85-1F0D1413B600}" dt="2022-01-07T00:06:51.681" v="12935" actId="1076"/>
          <ac:picMkLst>
            <pc:docMk/>
            <pc:sldMk cId="2271285925" sldId="282"/>
            <ac:picMk id="10" creationId="{9EB618DB-16C2-4EF3-9567-D6546B09EA3A}"/>
          </ac:picMkLst>
        </pc:picChg>
      </pc:sldChg>
      <pc:sldChg chg="addSp modSp add del mod">
        <pc:chgData name="김 민성" userId="c05cba48483d7d7e" providerId="LiveId" clId="{4ABAA92B-1B06-4ACA-AF85-1F0D1413B600}" dt="2022-01-06T22:24:20.736" v="10629" actId="2696"/>
        <pc:sldMkLst>
          <pc:docMk/>
          <pc:sldMk cId="3219176968" sldId="283"/>
        </pc:sldMkLst>
        <pc:spChg chg="mod">
          <ac:chgData name="김 민성" userId="c05cba48483d7d7e" providerId="LiveId" clId="{4ABAA92B-1B06-4ACA-AF85-1F0D1413B600}" dt="2022-01-06T21:40:16.610" v="10357" actId="20577"/>
          <ac:spMkLst>
            <pc:docMk/>
            <pc:sldMk cId="3219176968" sldId="283"/>
            <ac:spMk id="2" creationId="{761D0BA2-59CB-487A-BB3A-F1C1DE690177}"/>
          </ac:spMkLst>
        </pc:spChg>
        <pc:spChg chg="add mod">
          <ac:chgData name="김 민성" userId="c05cba48483d7d7e" providerId="LiveId" clId="{4ABAA92B-1B06-4ACA-AF85-1F0D1413B600}" dt="2022-01-06T22:21:33.206" v="10625" actId="208"/>
          <ac:spMkLst>
            <pc:docMk/>
            <pc:sldMk cId="3219176968" sldId="283"/>
            <ac:spMk id="6" creationId="{E3294207-C6C4-44B6-AAA7-80F8FC0BF16C}"/>
          </ac:spMkLst>
        </pc:spChg>
        <pc:picChg chg="add mod">
          <ac:chgData name="김 민성" userId="c05cba48483d7d7e" providerId="LiveId" clId="{4ABAA92B-1B06-4ACA-AF85-1F0D1413B600}" dt="2022-01-06T22:21:20.361" v="10622" actId="1076"/>
          <ac:picMkLst>
            <pc:docMk/>
            <pc:sldMk cId="3219176968" sldId="283"/>
            <ac:picMk id="5" creationId="{E1B9C78E-5A67-46A0-B917-4B1CA78F8C79}"/>
          </ac:picMkLst>
        </pc:picChg>
      </pc:sldChg>
      <pc:sldChg chg="addSp delSp modSp add mod">
        <pc:chgData name="김 민성" userId="c05cba48483d7d7e" providerId="LiveId" clId="{4ABAA92B-1B06-4ACA-AF85-1F0D1413B600}" dt="2022-01-06T23:55:37.711" v="11945"/>
        <pc:sldMkLst>
          <pc:docMk/>
          <pc:sldMk cId="2634017539" sldId="284"/>
        </pc:sldMkLst>
        <pc:spChg chg="mod">
          <ac:chgData name="김 민성" userId="c05cba48483d7d7e" providerId="LiveId" clId="{4ABAA92B-1B06-4ACA-AF85-1F0D1413B600}" dt="2022-01-06T23:54:35.566" v="11837"/>
          <ac:spMkLst>
            <pc:docMk/>
            <pc:sldMk cId="2634017539" sldId="284"/>
            <ac:spMk id="3" creationId="{B12C1BDE-0519-4A77-9D55-D8FF2D96C8D1}"/>
          </ac:spMkLst>
        </pc:spChg>
        <pc:spChg chg="add mod">
          <ac:chgData name="김 민성" userId="c05cba48483d7d7e" providerId="LiveId" clId="{4ABAA92B-1B06-4ACA-AF85-1F0D1413B600}" dt="2022-01-06T23:55:37.711" v="11945"/>
          <ac:spMkLst>
            <pc:docMk/>
            <pc:sldMk cId="2634017539" sldId="284"/>
            <ac:spMk id="4" creationId="{5E180FAA-88E6-4443-B017-A0D2A575F81C}"/>
          </ac:spMkLst>
        </pc:spChg>
        <pc:spChg chg="add mod">
          <ac:chgData name="김 민성" userId="c05cba48483d7d7e" providerId="LiveId" clId="{4ABAA92B-1B06-4ACA-AF85-1F0D1413B600}" dt="2022-01-06T23:54:50.309" v="11839" actId="1076"/>
          <ac:spMkLst>
            <pc:docMk/>
            <pc:sldMk cId="2634017539" sldId="284"/>
            <ac:spMk id="8" creationId="{514FCD88-5DB7-4B61-8DA6-73479887CE04}"/>
          </ac:spMkLst>
        </pc:spChg>
        <pc:spChg chg="del">
          <ac:chgData name="김 민성" userId="c05cba48483d7d7e" providerId="LiveId" clId="{4ABAA92B-1B06-4ACA-AF85-1F0D1413B600}" dt="2022-01-06T21:47:36.100" v="10405" actId="478"/>
          <ac:spMkLst>
            <pc:docMk/>
            <pc:sldMk cId="2634017539" sldId="284"/>
            <ac:spMk id="10" creationId="{A66D9368-8FD2-49AB-94FF-0083247401AE}"/>
          </ac:spMkLst>
        </pc:spChg>
        <pc:spChg chg="del">
          <ac:chgData name="김 민성" userId="c05cba48483d7d7e" providerId="LiveId" clId="{4ABAA92B-1B06-4ACA-AF85-1F0D1413B600}" dt="2022-01-06T21:47:37.756" v="10407" actId="478"/>
          <ac:spMkLst>
            <pc:docMk/>
            <pc:sldMk cId="2634017539" sldId="284"/>
            <ac:spMk id="11" creationId="{5AC38DBF-0795-4698-9135-15DB2E6ABA80}"/>
          </ac:spMkLst>
        </pc:spChg>
        <pc:spChg chg="del">
          <ac:chgData name="김 민성" userId="c05cba48483d7d7e" providerId="LiveId" clId="{4ABAA92B-1B06-4ACA-AF85-1F0D1413B600}" dt="2022-01-06T21:47:39.002" v="10409" actId="478"/>
          <ac:spMkLst>
            <pc:docMk/>
            <pc:sldMk cId="2634017539" sldId="284"/>
            <ac:spMk id="12" creationId="{74117E7B-A575-4A60-9F82-E5E077FE5DA3}"/>
          </ac:spMkLst>
        </pc:spChg>
        <pc:spChg chg="add mod">
          <ac:chgData name="김 민성" userId="c05cba48483d7d7e" providerId="LiveId" clId="{4ABAA92B-1B06-4ACA-AF85-1F0D1413B600}" dt="2022-01-06T23:54:41.716" v="11838" actId="1076"/>
          <ac:spMkLst>
            <pc:docMk/>
            <pc:sldMk cId="2634017539" sldId="284"/>
            <ac:spMk id="14" creationId="{3B0780A7-4C55-462F-B0DD-6499394B6F98}"/>
          </ac:spMkLst>
        </pc:spChg>
        <pc:spChg chg="add mod">
          <ac:chgData name="김 민성" userId="c05cba48483d7d7e" providerId="LiveId" clId="{4ABAA92B-1B06-4ACA-AF85-1F0D1413B600}" dt="2022-01-06T23:54:50.309" v="11839" actId="1076"/>
          <ac:spMkLst>
            <pc:docMk/>
            <pc:sldMk cId="2634017539" sldId="284"/>
            <ac:spMk id="15" creationId="{D32E1512-4656-4A74-A92C-DEC0F33F5835}"/>
          </ac:spMkLst>
        </pc:spChg>
        <pc:picChg chg="del">
          <ac:chgData name="김 민성" userId="c05cba48483d7d7e" providerId="LiveId" clId="{4ABAA92B-1B06-4ACA-AF85-1F0D1413B600}" dt="2022-01-06T21:47:35.130" v="10404" actId="478"/>
          <ac:picMkLst>
            <pc:docMk/>
            <pc:sldMk cId="2634017539" sldId="284"/>
            <ac:picMk id="5" creationId="{87CF8EF3-07EA-429B-9089-74E4FF2F431F}"/>
          </ac:picMkLst>
        </pc:picChg>
        <pc:picChg chg="add mod">
          <ac:chgData name="김 민성" userId="c05cba48483d7d7e" providerId="LiveId" clId="{4ABAA92B-1B06-4ACA-AF85-1F0D1413B600}" dt="2022-01-06T23:54:50.309" v="11839" actId="1076"/>
          <ac:picMkLst>
            <pc:docMk/>
            <pc:sldMk cId="2634017539" sldId="284"/>
            <ac:picMk id="6" creationId="{02AA0D12-6F94-49C2-A66D-75E911B78A4C}"/>
          </ac:picMkLst>
        </pc:picChg>
        <pc:picChg chg="del">
          <ac:chgData name="김 민성" userId="c05cba48483d7d7e" providerId="LiveId" clId="{4ABAA92B-1B06-4ACA-AF85-1F0D1413B600}" dt="2022-01-06T21:47:36.745" v="10406" actId="478"/>
          <ac:picMkLst>
            <pc:docMk/>
            <pc:sldMk cId="2634017539" sldId="284"/>
            <ac:picMk id="7" creationId="{D8B186B0-9854-4F04-8143-C97693B5B44B}"/>
          </ac:picMkLst>
        </pc:picChg>
        <pc:picChg chg="del">
          <ac:chgData name="김 민성" userId="c05cba48483d7d7e" providerId="LiveId" clId="{4ABAA92B-1B06-4ACA-AF85-1F0D1413B600}" dt="2022-01-06T21:47:38.105" v="10408" actId="478"/>
          <ac:picMkLst>
            <pc:docMk/>
            <pc:sldMk cId="2634017539" sldId="284"/>
            <ac:picMk id="9" creationId="{9F00B35C-B3A9-4917-9490-C646630E0B59}"/>
          </ac:picMkLst>
        </pc:picChg>
        <pc:picChg chg="add mod">
          <ac:chgData name="김 민성" userId="c05cba48483d7d7e" providerId="LiveId" clId="{4ABAA92B-1B06-4ACA-AF85-1F0D1413B600}" dt="2022-01-06T23:54:41.716" v="11838" actId="1076"/>
          <ac:picMkLst>
            <pc:docMk/>
            <pc:sldMk cId="2634017539" sldId="284"/>
            <ac:picMk id="13" creationId="{7E4C58D0-DEBF-47AB-BC43-BB83DDF512D4}"/>
          </ac:picMkLst>
        </pc:picChg>
      </pc:sldChg>
      <pc:sldChg chg="delSp modSp add mod">
        <pc:chgData name="김 민성" userId="c05cba48483d7d7e" providerId="LiveId" clId="{4ABAA92B-1B06-4ACA-AF85-1F0D1413B600}" dt="2022-01-06T22:31:42.417" v="11157"/>
        <pc:sldMkLst>
          <pc:docMk/>
          <pc:sldMk cId="3390752135" sldId="285"/>
        </pc:sldMkLst>
        <pc:spChg chg="mod">
          <ac:chgData name="김 민성" userId="c05cba48483d7d7e" providerId="LiveId" clId="{4ABAA92B-1B06-4ACA-AF85-1F0D1413B600}" dt="2022-01-06T22:28:50.381" v="10671" actId="20577"/>
          <ac:spMkLst>
            <pc:docMk/>
            <pc:sldMk cId="3390752135" sldId="285"/>
            <ac:spMk id="2" creationId="{761D0BA2-59CB-487A-BB3A-F1C1DE690177}"/>
          </ac:spMkLst>
        </pc:spChg>
        <pc:spChg chg="mod">
          <ac:chgData name="김 민성" userId="c05cba48483d7d7e" providerId="LiveId" clId="{4ABAA92B-1B06-4ACA-AF85-1F0D1413B600}" dt="2022-01-06T22:31:42.417" v="11157"/>
          <ac:spMkLst>
            <pc:docMk/>
            <pc:sldMk cId="3390752135" sldId="285"/>
            <ac:spMk id="3" creationId="{B12C1BDE-0519-4A77-9D55-D8FF2D96C8D1}"/>
          </ac:spMkLst>
        </pc:spChg>
        <pc:picChg chg="del">
          <ac:chgData name="김 민성" userId="c05cba48483d7d7e" providerId="LiveId" clId="{4ABAA92B-1B06-4ACA-AF85-1F0D1413B600}" dt="2022-01-06T22:28:32.347" v="10640" actId="478"/>
          <ac:picMkLst>
            <pc:docMk/>
            <pc:sldMk cId="3390752135" sldId="285"/>
            <ac:picMk id="7" creationId="{5B61F3C0-04FE-4584-B477-55083DD852CB}"/>
          </ac:picMkLst>
        </pc:picChg>
      </pc:sldChg>
      <pc:sldChg chg="delSp modSp add del mod">
        <pc:chgData name="김 민성" userId="c05cba48483d7d7e" providerId="LiveId" clId="{4ABAA92B-1B06-4ACA-AF85-1F0D1413B600}" dt="2022-01-06T23:50:30.267" v="11563" actId="47"/>
        <pc:sldMkLst>
          <pc:docMk/>
          <pc:sldMk cId="2632094291" sldId="286"/>
        </pc:sldMkLst>
        <pc:spChg chg="mod">
          <ac:chgData name="김 민성" userId="c05cba48483d7d7e" providerId="LiveId" clId="{4ABAA92B-1B06-4ACA-AF85-1F0D1413B600}" dt="2022-01-06T23:46:12.793" v="11318" actId="1076"/>
          <ac:spMkLst>
            <pc:docMk/>
            <pc:sldMk cId="2632094291" sldId="286"/>
            <ac:spMk id="3" creationId="{B12C1BDE-0519-4A77-9D55-D8FF2D96C8D1}"/>
          </ac:spMkLst>
        </pc:spChg>
        <pc:spChg chg="del">
          <ac:chgData name="김 민성" userId="c05cba48483d7d7e" providerId="LiveId" clId="{4ABAA92B-1B06-4ACA-AF85-1F0D1413B600}" dt="2022-01-06T23:45:19.469" v="11259" actId="478"/>
          <ac:spMkLst>
            <pc:docMk/>
            <pc:sldMk cId="2632094291" sldId="286"/>
            <ac:spMk id="6" creationId="{3294E99F-5EAF-4B3F-B99F-074ED4938F4B}"/>
          </ac:spMkLst>
        </pc:spChg>
        <pc:spChg chg="del mod">
          <ac:chgData name="김 민성" userId="c05cba48483d7d7e" providerId="LiveId" clId="{4ABAA92B-1B06-4ACA-AF85-1F0D1413B600}" dt="2022-01-06T23:49:45.507" v="11496" actId="21"/>
          <ac:spMkLst>
            <pc:docMk/>
            <pc:sldMk cId="2632094291" sldId="286"/>
            <ac:spMk id="9" creationId="{91445FFF-8E56-47E5-BD04-7AE7B70C0910}"/>
          </ac:spMkLst>
        </pc:spChg>
        <pc:picChg chg="del">
          <ac:chgData name="김 민성" userId="c05cba48483d7d7e" providerId="LiveId" clId="{4ABAA92B-1B06-4ACA-AF85-1F0D1413B600}" dt="2022-01-06T23:45:19.469" v="11259" actId="478"/>
          <ac:picMkLst>
            <pc:docMk/>
            <pc:sldMk cId="2632094291" sldId="286"/>
            <ac:picMk id="5" creationId="{0FD57683-D187-461F-9418-C1EE1296D524}"/>
          </ac:picMkLst>
        </pc:picChg>
        <pc:picChg chg="del mod">
          <ac:chgData name="김 민성" userId="c05cba48483d7d7e" providerId="LiveId" clId="{4ABAA92B-1B06-4ACA-AF85-1F0D1413B600}" dt="2022-01-06T23:49:45.507" v="11496" actId="21"/>
          <ac:picMkLst>
            <pc:docMk/>
            <pc:sldMk cId="2632094291" sldId="286"/>
            <ac:picMk id="8" creationId="{58A516CA-5157-4EDF-BCC7-72877CB18A92}"/>
          </ac:picMkLst>
        </pc:picChg>
      </pc:sldChg>
      <pc:sldChg chg="delSp modSp add del mod">
        <pc:chgData name="김 민성" userId="c05cba48483d7d7e" providerId="LiveId" clId="{4ABAA92B-1B06-4ACA-AF85-1F0D1413B600}" dt="2022-01-06T23:53:43.917" v="11771" actId="47"/>
        <pc:sldMkLst>
          <pc:docMk/>
          <pc:sldMk cId="569110387" sldId="287"/>
        </pc:sldMkLst>
        <pc:spChg chg="mod">
          <ac:chgData name="김 민성" userId="c05cba48483d7d7e" providerId="LiveId" clId="{4ABAA92B-1B06-4ACA-AF85-1F0D1413B600}" dt="2022-01-06T23:49:24.432" v="11493"/>
          <ac:spMkLst>
            <pc:docMk/>
            <pc:sldMk cId="569110387" sldId="287"/>
            <ac:spMk id="3" creationId="{B12C1BDE-0519-4A77-9D55-D8FF2D96C8D1}"/>
          </ac:spMkLst>
        </pc:spChg>
        <pc:spChg chg="mod">
          <ac:chgData name="김 민성" userId="c05cba48483d7d7e" providerId="LiveId" clId="{4ABAA92B-1B06-4ACA-AF85-1F0D1413B600}" dt="2022-01-06T23:48:45.690" v="11461" actId="1076"/>
          <ac:spMkLst>
            <pc:docMk/>
            <pc:sldMk cId="569110387" sldId="287"/>
            <ac:spMk id="10" creationId="{A66D9368-8FD2-49AB-94FF-0083247401AE}"/>
          </ac:spMkLst>
        </pc:spChg>
        <pc:spChg chg="del">
          <ac:chgData name="김 민성" userId="c05cba48483d7d7e" providerId="LiveId" clId="{4ABAA92B-1B06-4ACA-AF85-1F0D1413B600}" dt="2022-01-06T23:46:35.973" v="11321" actId="478"/>
          <ac:spMkLst>
            <pc:docMk/>
            <pc:sldMk cId="569110387" sldId="287"/>
            <ac:spMk id="11" creationId="{5AC38DBF-0795-4698-9135-15DB2E6ABA80}"/>
          </ac:spMkLst>
        </pc:spChg>
        <pc:picChg chg="mod">
          <ac:chgData name="김 민성" userId="c05cba48483d7d7e" providerId="LiveId" clId="{4ABAA92B-1B06-4ACA-AF85-1F0D1413B600}" dt="2022-01-06T23:48:45.690" v="11461" actId="1076"/>
          <ac:picMkLst>
            <pc:docMk/>
            <pc:sldMk cId="569110387" sldId="287"/>
            <ac:picMk id="5" creationId="{87CF8EF3-07EA-429B-9089-74E4FF2F431F}"/>
          </ac:picMkLst>
        </pc:picChg>
        <pc:picChg chg="del">
          <ac:chgData name="김 민성" userId="c05cba48483d7d7e" providerId="LiveId" clId="{4ABAA92B-1B06-4ACA-AF85-1F0D1413B600}" dt="2022-01-06T23:46:35.973" v="11321" actId="478"/>
          <ac:picMkLst>
            <pc:docMk/>
            <pc:sldMk cId="569110387" sldId="287"/>
            <ac:picMk id="7" creationId="{D8B186B0-9854-4F04-8143-C97693B5B4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0FE75-BC7A-4F2B-B7C9-3CBD25BA2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A67A97-46FC-4E47-8365-7A852D52C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DEFAF-C7E7-4F42-B6EF-360013E8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50A8B-A8D9-41FD-B7A9-6848F528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BC8805-8795-43D6-A06C-5FA7D8D8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9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3E164-E977-435E-89D7-4D1F403A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4939E-1763-45DD-A595-82BB3D0F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54A6D-148B-419A-B7A4-15BA5884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65697-816C-4441-88B5-67B98241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69540-C50B-4696-BEF1-CA3266C6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2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104B1-9B80-4418-90FD-4A1A7277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D5282A-082F-46CD-9DAA-45B1EC3DE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43429-5A99-4A29-8C8B-C9E16825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9436B-2C45-4BA1-85BC-DFD699187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8A372-CEAB-46C6-8825-CC478A34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111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A5CFC-1FD1-4AD7-93B8-A23202C0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91ECA-04C6-4959-84E4-9C01DFEC6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371D0-EC75-43DE-9791-D04647D39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561A70-3CC1-450E-B50F-81FE979D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452C63-7B6E-4889-BA6B-6AE3226B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75250A-EF5D-4DFB-933E-291532AF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76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B1007-F72C-45E8-A529-15AFE6FC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8F7CB8-660C-4C69-B0CD-AFBB0D6F3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78896D-5D52-45A9-88F6-B744A312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DE8D88-8030-482F-8782-358BC8BC4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05EFA8-8AE2-4F46-93D0-8CBB5A3B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D4F60D-A223-4711-9540-5D4B75F9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365B15-8D18-4B55-B70F-1F173B13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C49DB8-723B-4551-B483-289F1321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32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D13F2-1DA7-4DFF-8FB8-55807713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BE7EAE-4D4A-44A9-ADBF-EA332AA4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C15860-195F-4735-957B-721936AD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5EC04C-A939-46B3-B77B-3EA3B5CE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8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9E011F-9EB6-4E56-B23A-1A11780A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3067DC-1E3A-49E2-8F5B-CB43B285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54F1AE-5E5F-4A33-8414-BDD19528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6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2ECB4-F7D3-4919-96F1-EAC90C26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39B8F-B782-42B0-B254-B6F3A6042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23F92A-9103-4B2C-96B9-04EEF87BA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EE884F-8D4D-4A1E-8ADF-4179A4CA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3D5DD-5E57-4DE0-964E-6262199B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5FA248-153C-436E-BE0E-5A467EDD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40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E1BA0-4208-4612-BB73-C31F3533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3D32E2-C6F6-4F9B-9FCC-5A25C61BE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B9579-A6E9-4971-BB72-E0C9C7A47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AF1C2A-092D-44F8-8507-CCA3DE5C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255052-0965-4089-B313-05C6DA59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B8DF86-91A9-4AC6-9C67-EC1C0B32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6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40581-2297-41EF-9723-20480C39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5C9A44-DD00-457A-A680-4FFC97CF7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CE3B80-C2CF-461B-A2D9-D307E3A8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E52E31-2FD4-497C-B0C2-3B64F472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56807-33B8-4ECC-850F-002D5F65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9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44AFE9-875D-40D8-BCE6-76C8AACB1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B76459-DDEA-4C4A-A500-7C19CEC2C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CE0CA-8B1B-44FA-AA64-41F465F5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2D9A4-360A-4071-A640-07276622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90BEE9-637E-4610-9535-E8C734C5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77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953D8A-81D7-41C1-879C-5BEBBAADB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0FD30A-DD5D-4164-AD6E-46E6F3E64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22288-953B-4F93-8ECF-855E1998D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1118F-7F2E-4869-8EAB-DE5A06147382}" type="datetimeFigureOut">
              <a:rPr lang="ko-KR" altLang="en-US" smtClean="0"/>
              <a:t>2022-01-07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9E10C-FA82-4463-9468-DFD35722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43E0D-7B6C-4295-B6F4-0137DBA32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6005A-54E6-47A3-AB16-4D060CC67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74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081B0-D737-4DC3-98D4-3AD0441F7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스트리밍 서버와 종류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D86C09-707D-47B0-B9BA-087A6D4EC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20193048 </a:t>
            </a:r>
            <a:r>
              <a:rPr lang="ko-KR" altLang="en-US" dirty="0"/>
              <a:t>김민성</a:t>
            </a:r>
          </a:p>
        </p:txBody>
      </p:sp>
    </p:spTree>
    <p:extLst>
      <p:ext uri="{BB962C8B-B14F-4D97-AF65-F5344CB8AC3E}">
        <p14:creationId xmlns:p14="http://schemas.microsoft.com/office/powerpoint/2010/main" val="111968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FA519-BFEA-4E34-A05A-720D208BE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6CE55-8E7B-4872-BCBC-8AF26688E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스트리밍의 정의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스트리밍의 종류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스트리밍 서버의 종류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스트리밍 서버 설치 및 테스트 과정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78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</a:t>
            </a:r>
            <a:r>
              <a:rPr lang="ko-KR" altLang="en-US" sz="3600" dirty="0"/>
              <a:t>스트리밍의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ko-KR" altLang="en-US" sz="2000" dirty="0"/>
              <a:t>인터넷에서 음성 혹은 영상 데이터를 연속적으로</a:t>
            </a:r>
            <a:r>
              <a:rPr lang="en-US" altLang="ko-KR" sz="2000" dirty="0"/>
              <a:t> </a:t>
            </a:r>
            <a:r>
              <a:rPr lang="ko-KR" altLang="en-US" sz="2000" dirty="0"/>
              <a:t>전송하여</a:t>
            </a:r>
            <a:r>
              <a:rPr lang="en-US" altLang="ko-KR" sz="2000" dirty="0"/>
              <a:t> </a:t>
            </a:r>
            <a:r>
              <a:rPr lang="ko-KR" altLang="en-US" sz="2000" dirty="0"/>
              <a:t>실시간으로 재생하는 기술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algn="just"/>
            <a:r>
              <a:rPr lang="ko-KR" altLang="en-US" sz="2000" dirty="0"/>
              <a:t>데이터 압축기술을 이용하여 여러 개의 데이터로</a:t>
            </a:r>
            <a:r>
              <a:rPr lang="en-US" altLang="ko-KR" sz="2000" dirty="0"/>
              <a:t> </a:t>
            </a:r>
            <a:r>
              <a:rPr lang="ko-KR" altLang="en-US" sz="2000" dirty="0"/>
              <a:t>분할하여 전송</a:t>
            </a:r>
            <a:endParaRPr lang="en-US" altLang="ko-KR" sz="2000" dirty="0"/>
          </a:p>
          <a:p>
            <a:pPr marL="0" indent="0" algn="just">
              <a:buNone/>
            </a:pPr>
            <a:r>
              <a:rPr lang="en-US" altLang="ko-KR" sz="2000" dirty="0"/>
              <a:t>   (</a:t>
            </a:r>
            <a:r>
              <a:rPr lang="ko-KR" altLang="en-US" sz="2000" dirty="0"/>
              <a:t>압축을 어떻게 </a:t>
            </a:r>
            <a:r>
              <a:rPr lang="ko-KR" altLang="en-US" sz="2000" dirty="0" err="1"/>
              <a:t>하느냐에</a:t>
            </a:r>
            <a:r>
              <a:rPr lang="ko-KR" altLang="en-US" sz="2000" dirty="0"/>
              <a:t> 따라 화면의 품질이 결정됨</a:t>
            </a:r>
            <a:r>
              <a:rPr lang="en-US" altLang="ko-KR" sz="2000" dirty="0"/>
              <a:t>)</a:t>
            </a:r>
          </a:p>
          <a:p>
            <a:pPr algn="just"/>
            <a:endParaRPr lang="en-US" altLang="ko-KR" sz="2000" dirty="0"/>
          </a:p>
          <a:p>
            <a:pPr algn="just"/>
            <a:r>
              <a:rPr lang="ko-KR" altLang="en-US" sz="2000" dirty="0"/>
              <a:t>장점</a:t>
            </a:r>
            <a:r>
              <a:rPr lang="en-US" altLang="ko-KR" sz="2000" dirty="0"/>
              <a:t> – </a:t>
            </a:r>
            <a:r>
              <a:rPr lang="ko-KR" altLang="en-US" sz="2000" dirty="0"/>
              <a:t>동영상 대기 시간 감소</a:t>
            </a:r>
            <a:endParaRPr lang="en-US" altLang="ko-KR" sz="2000" dirty="0"/>
          </a:p>
          <a:p>
            <a:pPr algn="just"/>
            <a:r>
              <a:rPr lang="ko-KR" altLang="en-US" sz="2000" dirty="0"/>
              <a:t>단점 </a:t>
            </a:r>
            <a:r>
              <a:rPr lang="en-US" altLang="ko-KR" sz="2000" dirty="0"/>
              <a:t>– </a:t>
            </a:r>
            <a:r>
              <a:rPr lang="ko-KR" altLang="en-US" sz="2000" dirty="0"/>
              <a:t>많은 사용자가 서버에 들어와 동영상을 요청할 경우</a:t>
            </a:r>
            <a:r>
              <a:rPr lang="en-US" altLang="ko-KR" sz="2000" dirty="0"/>
              <a:t>, </a:t>
            </a:r>
            <a:r>
              <a:rPr lang="ko-KR" altLang="en-US" sz="2000" dirty="0"/>
              <a:t>서버 부하 증가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2F33ED-37CE-4993-A792-C077E8CB9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95" y="4221832"/>
            <a:ext cx="4410076" cy="23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ko-KR" altLang="en-US" sz="3600" dirty="0"/>
              <a:t>스트리밍의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en-US" altLang="ko-KR" sz="2000" dirty="0"/>
              <a:t>Progressive</a:t>
            </a:r>
            <a:r>
              <a:rPr lang="ko-KR" altLang="en-US" sz="2000" dirty="0"/>
              <a:t> </a:t>
            </a:r>
            <a:r>
              <a:rPr lang="en-US" altLang="ko-KR" sz="2000" dirty="0"/>
              <a:t>Download</a:t>
            </a:r>
          </a:p>
          <a:p>
            <a:endParaRPr lang="en-US" altLang="ko-KR" sz="2000" dirty="0"/>
          </a:p>
          <a:p>
            <a:r>
              <a:rPr lang="en-US" altLang="ko-KR" sz="2000" dirty="0"/>
              <a:t>RTMP / RTSP Streaming</a:t>
            </a:r>
          </a:p>
          <a:p>
            <a:endParaRPr lang="en-US" altLang="ko-KR" sz="2000" dirty="0"/>
          </a:p>
          <a:p>
            <a:r>
              <a:rPr lang="en-US" altLang="ko-KR" sz="2000" dirty="0"/>
              <a:t>Adaptive HTTP Streaming</a:t>
            </a:r>
          </a:p>
        </p:txBody>
      </p:sp>
    </p:spTree>
    <p:extLst>
      <p:ext uri="{BB962C8B-B14F-4D97-AF65-F5344CB8AC3E}">
        <p14:creationId xmlns:p14="http://schemas.microsoft.com/office/powerpoint/2010/main" val="385147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10479506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Progressive Download (</a:t>
            </a:r>
            <a:r>
              <a:rPr lang="ko-KR" altLang="en-US" sz="3600" dirty="0"/>
              <a:t>점진적인 다운로드</a:t>
            </a:r>
            <a:r>
              <a:rPr lang="en-US" altLang="ko-KR" sz="3600" dirty="0"/>
              <a:t>)</a:t>
            </a:r>
            <a:r>
              <a:rPr lang="ko-KR" altLang="en-US" sz="3600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ko-KR" altLang="en-US" sz="2000" dirty="0"/>
              <a:t>웹 서버에 올려진 비디오 </a:t>
            </a:r>
            <a:r>
              <a:rPr lang="en-US" altLang="ko-KR" sz="2000" dirty="0"/>
              <a:t>-&gt; </a:t>
            </a:r>
            <a:r>
              <a:rPr lang="ko-KR" altLang="en-US" sz="2000" dirty="0"/>
              <a:t>플레이어가 </a:t>
            </a:r>
            <a:r>
              <a:rPr lang="en-US" altLang="ko-KR" sz="2000" dirty="0"/>
              <a:t>URL</a:t>
            </a:r>
            <a:r>
              <a:rPr lang="ko-KR" altLang="en-US" sz="2000" dirty="0"/>
              <a:t>을 통하여 접근 </a:t>
            </a:r>
            <a:r>
              <a:rPr lang="en-US" altLang="ko-KR" sz="2000" dirty="0"/>
              <a:t>(HTTP </a:t>
            </a:r>
            <a:r>
              <a:rPr lang="ko-KR" altLang="en-US" sz="2000" dirty="0"/>
              <a:t>프로토콜 이용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ko-KR" altLang="en-US" sz="2000" dirty="0"/>
              <a:t>일정한 크기만큼의 데이터를 다운로드 </a:t>
            </a:r>
            <a:r>
              <a:rPr lang="en-US" altLang="ko-KR" sz="2000" dirty="0"/>
              <a:t>-&gt; </a:t>
            </a:r>
            <a:r>
              <a:rPr lang="ko-KR" altLang="en-US" sz="2000" dirty="0"/>
              <a:t>데이터 재생과 동시에 다음 데이터 다운로드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 err="1"/>
              <a:t>Youtube</a:t>
            </a:r>
            <a:r>
              <a:rPr lang="en-US" altLang="ko-KR" sz="2000" dirty="0"/>
              <a:t>, ESPN(Entertainment and Sports Programming Network, TV </a:t>
            </a:r>
            <a:r>
              <a:rPr lang="ko-KR" altLang="en-US" sz="2000" dirty="0"/>
              <a:t>스포츠 채널</a:t>
            </a:r>
            <a:r>
              <a:rPr lang="en-US" altLang="ko-KR" sz="2000" dirty="0"/>
              <a:t>), CNN(</a:t>
            </a:r>
            <a:r>
              <a:rPr lang="ko-KR" altLang="en-US" sz="2000" dirty="0"/>
              <a:t>미국 </a:t>
            </a:r>
            <a:r>
              <a:rPr lang="en-US" altLang="ko-KR" sz="2000" dirty="0"/>
              <a:t>TV </a:t>
            </a:r>
            <a:r>
              <a:rPr lang="ko-KR" altLang="en-US" sz="2000" dirty="0"/>
              <a:t>뉴스 채널</a:t>
            </a:r>
            <a:r>
              <a:rPr lang="en-US" altLang="ko-KR" sz="2000" dirty="0"/>
              <a:t>) </a:t>
            </a:r>
            <a:r>
              <a:rPr lang="ko-KR" altLang="en-US" sz="2000" dirty="0"/>
              <a:t>등에서 사용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64FDFA-5B5F-466D-A137-571676CCD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07" y="3893344"/>
            <a:ext cx="5601482" cy="23911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2084DC-E417-4D25-B2EC-B1098FA44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531" y="3537284"/>
            <a:ext cx="2858589" cy="28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10479506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Progressive Download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ko-KR" altLang="en-US" sz="2000" dirty="0"/>
              <a:t>단점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1. </a:t>
            </a:r>
            <a:r>
              <a:rPr lang="ko-KR" altLang="en-US" sz="2000" dirty="0"/>
              <a:t>일정 양을 다운받을 때까지 동영상이 재생이 안됨   </a:t>
            </a:r>
            <a:r>
              <a:rPr lang="en-US" altLang="ko-KR" sz="2000" dirty="0"/>
              <a:t>ex)</a:t>
            </a:r>
            <a:r>
              <a:rPr lang="ko-KR" altLang="en-US" sz="2000" dirty="0"/>
              <a:t> 다운로드 양이 클 경우</a:t>
            </a: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64FDFA-5B5F-466D-A137-571676CCD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338" y="3105276"/>
            <a:ext cx="5601482" cy="2391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C53FE7-F6D2-471A-A54E-6DBDB9898CF4}"/>
              </a:ext>
            </a:extLst>
          </p:cNvPr>
          <p:cNvSpPr txBox="1"/>
          <p:nvPr/>
        </p:nvSpPr>
        <p:spPr>
          <a:xfrm>
            <a:off x="6718085" y="3200400"/>
            <a:ext cx="98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100MB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D6B5F-491D-45F7-8AD4-A012898D56AB}"/>
              </a:ext>
            </a:extLst>
          </p:cNvPr>
          <p:cNvSpPr txBox="1"/>
          <p:nvPr/>
        </p:nvSpPr>
        <p:spPr>
          <a:xfrm>
            <a:off x="2081458" y="4692316"/>
            <a:ext cx="86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3G: 1MB/s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2D7F1-8564-439C-BAC4-8FD8195DB4B9}"/>
              </a:ext>
            </a:extLst>
          </p:cNvPr>
          <p:cNvSpPr txBox="1"/>
          <p:nvPr/>
        </p:nvSpPr>
        <p:spPr>
          <a:xfrm>
            <a:off x="7339258" y="4253163"/>
            <a:ext cx="1660358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영상길이</a:t>
            </a:r>
            <a:r>
              <a:rPr lang="en-US" altLang="ko-KR" dirty="0">
                <a:solidFill>
                  <a:srgbClr val="FF0000"/>
                </a:solidFill>
              </a:rPr>
              <a:t>: 30s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60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10479506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Progressive Download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ko-KR" altLang="en-US" sz="2000" dirty="0"/>
              <a:t>단점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1. </a:t>
            </a:r>
            <a:r>
              <a:rPr lang="ko-KR" altLang="en-US" sz="2000" dirty="0"/>
              <a:t>일정 양을 다운받을 때까지 동영상이 재생이 안됨   </a:t>
            </a:r>
            <a:r>
              <a:rPr lang="en-US" altLang="ko-KR" sz="2000" dirty="0"/>
              <a:t>ex)</a:t>
            </a:r>
            <a:r>
              <a:rPr lang="ko-KR" altLang="en-US" sz="2000" dirty="0"/>
              <a:t> 다운로드 양이 클 경우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2. </a:t>
            </a:r>
            <a:r>
              <a:rPr lang="ko-KR" altLang="en-US" sz="2000" dirty="0"/>
              <a:t>화질 조정이 불가능함 </a:t>
            </a:r>
            <a:r>
              <a:rPr lang="en-US" altLang="ko-KR" sz="2000" dirty="0"/>
              <a:t>(why? </a:t>
            </a:r>
            <a:r>
              <a:rPr lang="ko-KR" altLang="en-US" sz="2000" dirty="0"/>
              <a:t>동일한 동영상을 화질별로 별도 저장하기 때문에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64FDFA-5B5F-466D-A137-571676CCD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305" y="3105276"/>
            <a:ext cx="5601482" cy="23911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E00427-2FC9-4868-8FAB-023DA8B2FB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95" r="542"/>
          <a:stretch/>
        </p:blipFill>
        <p:spPr>
          <a:xfrm>
            <a:off x="3853662" y="3265714"/>
            <a:ext cx="4528909" cy="2655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CDDAF5-C3CF-4C11-89BE-CD584B3D1D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95" r="542"/>
          <a:stretch/>
        </p:blipFill>
        <p:spPr>
          <a:xfrm>
            <a:off x="3847647" y="3947159"/>
            <a:ext cx="4528909" cy="265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EA1292-8B8C-4059-ABBC-B8DE7B801511}"/>
              </a:ext>
            </a:extLst>
          </p:cNvPr>
          <p:cNvSpPr txBox="1"/>
          <p:nvPr/>
        </p:nvSpPr>
        <p:spPr>
          <a:xfrm>
            <a:off x="8634372" y="320555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1080p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36AF2-9495-4848-9025-CB7260874704}"/>
              </a:ext>
            </a:extLst>
          </p:cNvPr>
          <p:cNvSpPr txBox="1"/>
          <p:nvPr/>
        </p:nvSpPr>
        <p:spPr>
          <a:xfrm>
            <a:off x="8640388" y="3550413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720p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153B8C-4A08-46A0-9A27-5404E803B5A1}"/>
              </a:ext>
            </a:extLst>
          </p:cNvPr>
          <p:cNvSpPr txBox="1"/>
          <p:nvPr/>
        </p:nvSpPr>
        <p:spPr>
          <a:xfrm>
            <a:off x="8658436" y="3895270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360p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8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RTMP</a:t>
            </a:r>
            <a:r>
              <a:rPr lang="ko-KR" altLang="en-US" sz="3600" dirty="0"/>
              <a:t> </a:t>
            </a:r>
            <a:r>
              <a:rPr lang="en-US" altLang="ko-KR" sz="3600" dirty="0"/>
              <a:t>/</a:t>
            </a:r>
            <a:r>
              <a:rPr lang="ko-KR" altLang="en-US" sz="3600" dirty="0"/>
              <a:t> </a:t>
            </a:r>
            <a:r>
              <a:rPr lang="en-US" altLang="ko-KR" sz="3600" dirty="0"/>
              <a:t>RTSP Streaming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/>
          <a:lstStyle/>
          <a:p>
            <a:r>
              <a:rPr lang="en-US" altLang="ko-KR" sz="2000" dirty="0"/>
              <a:t>RTMP - Real Time Messaging Protocol</a:t>
            </a:r>
          </a:p>
          <a:p>
            <a:r>
              <a:rPr lang="en-US" altLang="ko-KR" sz="2000" dirty="0"/>
              <a:t>RTSP - Real Time Streaming Protocol</a:t>
            </a:r>
          </a:p>
          <a:p>
            <a:endParaRPr lang="en-US" altLang="ko-KR" sz="2000" dirty="0"/>
          </a:p>
          <a:p>
            <a:r>
              <a:rPr lang="ko-KR" altLang="en-US" sz="2000" dirty="0"/>
              <a:t>사용자가 현재 시청하고 있는 곳에 해당하는 비디오 프레임을 전송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(</a:t>
            </a:r>
            <a:r>
              <a:rPr lang="ko-KR" altLang="en-US" sz="2000" dirty="0"/>
              <a:t>프레임 크기는 송수신 간에 조정된다</a:t>
            </a:r>
            <a:r>
              <a:rPr lang="en-US" altLang="ko-KR" sz="2000" dirty="0"/>
              <a:t>.)</a:t>
            </a:r>
          </a:p>
          <a:p>
            <a:endParaRPr lang="en-US" altLang="ko-KR" sz="2000" dirty="0"/>
          </a:p>
          <a:p>
            <a:r>
              <a:rPr lang="ko-KR" altLang="en-US" sz="2000" dirty="0"/>
              <a:t>스트리밍 서버가 필요하며</a:t>
            </a:r>
            <a:r>
              <a:rPr lang="en-US" altLang="ko-KR" sz="2000" dirty="0"/>
              <a:t>, </a:t>
            </a:r>
            <a:r>
              <a:rPr lang="ko-KR" altLang="en-US" sz="2000" dirty="0"/>
              <a:t>이미 시청한 데이터는 삭제한다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화질 조정이 가능하다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582A84-CED6-4ADF-A03F-7C73CF53E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831" y="4214351"/>
            <a:ext cx="5677692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8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Real Time Messaging Protocol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197142"/>
            <a:ext cx="10244889" cy="566085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플래시를 위한 스트리밍 프로토콜 </a:t>
            </a:r>
            <a:r>
              <a:rPr lang="en-US" altLang="ko-KR" sz="2000" dirty="0"/>
              <a:t>(Adobe </a:t>
            </a:r>
            <a:r>
              <a:rPr lang="ko-KR" altLang="en-US" sz="2000" dirty="0"/>
              <a:t>독점 </a:t>
            </a:r>
            <a:r>
              <a:rPr lang="en-US" altLang="ko-KR" sz="2000" dirty="0"/>
              <a:t>TCP </a:t>
            </a:r>
            <a:r>
              <a:rPr lang="ko-KR" altLang="en-US" sz="2000" dirty="0"/>
              <a:t>기반 프로토콜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en-US" altLang="ko-KR" sz="2000" dirty="0"/>
              <a:t>Adobe Flash Player</a:t>
            </a:r>
            <a:r>
              <a:rPr lang="ko-KR" altLang="en-US" sz="2000" dirty="0"/>
              <a:t>와 서버</a:t>
            </a:r>
            <a:r>
              <a:rPr lang="en-US" altLang="ko-KR" sz="2000" dirty="0"/>
              <a:t> </a:t>
            </a:r>
            <a:r>
              <a:rPr lang="ko-KR" altLang="en-US" sz="2000" dirty="0"/>
              <a:t>사이의 통신에 이용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스트리밍 서버가 반드시 필요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 err="1"/>
              <a:t>Wowza</a:t>
            </a:r>
            <a:r>
              <a:rPr lang="en-US" altLang="ko-KR" sz="2000" dirty="0"/>
              <a:t>, AMS(Adobe Media Server) </a:t>
            </a:r>
            <a:r>
              <a:rPr lang="ko-KR" altLang="en-US" sz="2000" dirty="0"/>
              <a:t>등의 대부분의 </a:t>
            </a:r>
            <a:r>
              <a:rPr lang="en-US" altLang="ko-KR" sz="2000" dirty="0"/>
              <a:t>CDN </a:t>
            </a:r>
            <a:r>
              <a:rPr lang="ko-KR" altLang="en-US" sz="2000" dirty="0"/>
              <a:t>서버들이 지원</a:t>
            </a:r>
            <a:endParaRPr lang="en-US" altLang="ko-KR" sz="2000" dirty="0"/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 * CDN: Content Delivery Network, </a:t>
            </a:r>
            <a:r>
              <a:rPr lang="ko-KR" altLang="en-US" sz="2000" dirty="0"/>
              <a:t>데이터를 담고 있는 캐시 </a:t>
            </a:r>
            <a:r>
              <a:rPr lang="ko-KR" altLang="en-US" sz="2000" dirty="0" err="1"/>
              <a:t>역할로서의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</a:t>
            </a:r>
            <a:r>
              <a:rPr lang="ko-KR" altLang="en-US" sz="2000" dirty="0"/>
              <a:t>서버를 통해</a:t>
            </a:r>
            <a:r>
              <a:rPr lang="en-US" altLang="ko-KR" sz="2000" dirty="0"/>
              <a:t> </a:t>
            </a:r>
            <a:r>
              <a:rPr lang="ko-KR" altLang="en-US" sz="2000" dirty="0"/>
              <a:t>콘텐츠 로딩 시간을 최소화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6" name="그림 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1B575F0-E7EC-4B44-B9C0-FFC465E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196" y="5354568"/>
            <a:ext cx="3981450" cy="1143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4D99E4D-5734-4FC0-B754-183B5DBE9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310" y="4722826"/>
            <a:ext cx="2148553" cy="21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8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Real Time Messaging Protocol</a:t>
            </a:r>
            <a:endParaRPr lang="ko-KR" altLang="en-US" sz="3600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55E6D48-ECD3-487E-AD28-02B43610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53" y="1209174"/>
            <a:ext cx="11622505" cy="4967789"/>
          </a:xfrm>
        </p:spPr>
        <p:txBody>
          <a:bodyPr/>
          <a:lstStyle/>
          <a:p>
            <a:r>
              <a:rPr lang="en-US" altLang="ko-KR" dirty="0" err="1"/>
              <a:t>fmt</a:t>
            </a:r>
            <a:r>
              <a:rPr lang="en-US" altLang="ko-KR" dirty="0"/>
              <a:t>: Chunk type (00: full</a:t>
            </a:r>
            <a:r>
              <a:rPr lang="ko-KR" altLang="en-US" dirty="0"/>
              <a:t> </a:t>
            </a:r>
            <a:r>
              <a:rPr lang="en-US" altLang="ko-KR" dirty="0"/>
              <a:t>header, 11: basic header(1byte), 10:basic+time)</a:t>
            </a:r>
          </a:p>
          <a:p>
            <a:r>
              <a:rPr lang="en-US" altLang="ko-KR" dirty="0"/>
              <a:t>stream id(6), timestamp(12), length(12), message type id(4)</a:t>
            </a:r>
          </a:p>
          <a:p>
            <a:pPr marL="0" indent="0">
              <a:buNone/>
            </a:pPr>
            <a:r>
              <a:rPr lang="en-US" altLang="ko-KR" dirty="0"/>
              <a:t>, message stream id(16) </a:t>
            </a:r>
            <a:endParaRPr lang="ko-KR" altLang="en-US" dirty="0"/>
          </a:p>
        </p:txBody>
      </p:sp>
      <p:pic>
        <p:nvPicPr>
          <p:cNvPr id="13" name="그림 12" descr="테이블이(가) 표시된 사진&#10;&#10;자동 생성된 설명">
            <a:extLst>
              <a:ext uri="{FF2B5EF4-FFF2-40B4-BE49-F238E27FC236}">
                <a16:creationId xmlns:a16="http://schemas.microsoft.com/office/drawing/2014/main" id="{EC20617F-02D6-421F-B450-D8DA22D9F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83" y="3180171"/>
            <a:ext cx="10412698" cy="393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48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Real Time Streaming Protocol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IEFT</a:t>
            </a:r>
            <a:r>
              <a:rPr lang="ko-KR" altLang="en-US" sz="2000" dirty="0"/>
              <a:t>가 개발한 프로토콜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멀티미디어 데이터를 포함하는 스트리밍 서버를 원격 제어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PLAY, PAUSE </a:t>
            </a:r>
            <a:r>
              <a:rPr lang="ko-KR" altLang="en-US" sz="2000" dirty="0"/>
              <a:t>등의 </a:t>
            </a:r>
            <a:r>
              <a:rPr lang="en-US" altLang="ko-KR" sz="2000" dirty="0"/>
              <a:t>VCR </a:t>
            </a:r>
            <a:r>
              <a:rPr lang="ko-KR" altLang="en-US" sz="2000" dirty="0"/>
              <a:t>동작과 비슷하며</a:t>
            </a:r>
            <a:r>
              <a:rPr lang="en-US" altLang="ko-KR" sz="2000" dirty="0"/>
              <a:t>, </a:t>
            </a:r>
            <a:r>
              <a:rPr lang="ko-KR" altLang="en-US" sz="2000" dirty="0"/>
              <a:t>시간 정보를 바탕으로 서버에 접근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RTP(Real Time Transport Protocol) </a:t>
            </a:r>
            <a:r>
              <a:rPr lang="ko-KR" altLang="en-US" sz="2000" dirty="0"/>
              <a:t>규약을 사용하여 전송 계층에 데이터를 전송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56863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Real Time Streaming Protocol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SETUP: </a:t>
            </a:r>
            <a:r>
              <a:rPr lang="ko-KR" altLang="en-US" sz="2000" dirty="0"/>
              <a:t>단일</a:t>
            </a:r>
            <a:r>
              <a:rPr lang="en-US" altLang="ko-KR" sz="2000" dirty="0"/>
              <a:t> </a:t>
            </a:r>
            <a:r>
              <a:rPr lang="ko-KR" altLang="en-US" sz="2000" dirty="0"/>
              <a:t>미디어 스트림이 어떻게 전송되어야 하는지를 규정한다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PLAY:</a:t>
            </a:r>
            <a:r>
              <a:rPr lang="ko-KR" altLang="en-US" sz="2000" dirty="0"/>
              <a:t> </a:t>
            </a:r>
            <a:r>
              <a:rPr lang="en-US" altLang="ko-KR" sz="2000" dirty="0"/>
              <a:t>1</a:t>
            </a:r>
            <a:r>
              <a:rPr lang="ko-KR" altLang="en-US" sz="2000" dirty="0"/>
              <a:t>개 또는 모든 미디어 스트림을 재생한다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PAUSE: </a:t>
            </a:r>
            <a:r>
              <a:rPr lang="ko-KR" altLang="en-US" sz="2000" dirty="0"/>
              <a:t>모든 미디어 스트림을 일시적으로 중지한다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TEARDOWN:</a:t>
            </a:r>
            <a:r>
              <a:rPr lang="ko-KR" altLang="en-US" sz="2000" dirty="0"/>
              <a:t> 세션 종료를 위해 사용된다</a:t>
            </a:r>
            <a:r>
              <a:rPr lang="en-US" altLang="ko-KR" sz="20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61F3C0-04FE-4584-B477-55083DD85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383" y="4425315"/>
            <a:ext cx="53340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4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RTMP</a:t>
            </a:r>
            <a:r>
              <a:rPr lang="ko-KR" altLang="en-US" sz="3600" dirty="0"/>
              <a:t> </a:t>
            </a:r>
            <a:r>
              <a:rPr lang="en-US" altLang="ko-KR" sz="3600" dirty="0"/>
              <a:t>/</a:t>
            </a:r>
            <a:r>
              <a:rPr lang="ko-KR" altLang="en-US" sz="3600" dirty="0"/>
              <a:t> </a:t>
            </a:r>
            <a:r>
              <a:rPr lang="en-US" altLang="ko-KR" sz="3600" dirty="0"/>
              <a:t>RTSP Streaming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장점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1. </a:t>
            </a:r>
            <a:r>
              <a:rPr lang="ko-KR" altLang="en-US" sz="2000" dirty="0"/>
              <a:t>통신망이 변경되거나 화면 크기</a:t>
            </a:r>
            <a:r>
              <a:rPr lang="en-US" altLang="ko-KR" sz="2000" dirty="0"/>
              <a:t>(</a:t>
            </a:r>
            <a:r>
              <a:rPr lang="ko-KR" altLang="en-US" sz="2000" dirty="0"/>
              <a:t>요구 화질</a:t>
            </a:r>
            <a:r>
              <a:rPr lang="en-US" altLang="ko-KR" sz="2000" dirty="0"/>
              <a:t>)</a:t>
            </a:r>
            <a:r>
              <a:rPr lang="ko-KR" altLang="en-US" sz="2000" dirty="0"/>
              <a:t>가 달라져도 정상적인 영상 재생 가능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2. </a:t>
            </a:r>
            <a:r>
              <a:rPr lang="ko-KR" altLang="en-US" sz="2000" dirty="0"/>
              <a:t>라이브 영상 스트리밍 가능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단점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1. </a:t>
            </a:r>
            <a:r>
              <a:rPr lang="ko-KR" altLang="en-US" sz="2000" dirty="0"/>
              <a:t>일반적인 서버 측에서 많이 지원하지 않음 </a:t>
            </a:r>
            <a:r>
              <a:rPr lang="en-US" altLang="ko-KR" sz="2000" dirty="0"/>
              <a:t>+ </a:t>
            </a:r>
            <a:r>
              <a:rPr lang="ko-KR" altLang="en-US" sz="2000" dirty="0"/>
              <a:t>가격이 있음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2. </a:t>
            </a:r>
            <a:r>
              <a:rPr lang="ko-KR" altLang="en-US" sz="2000" dirty="0"/>
              <a:t>인터넷 속도</a:t>
            </a:r>
            <a:r>
              <a:rPr lang="en-US" altLang="ko-KR" sz="2000" dirty="0"/>
              <a:t>&lt; </a:t>
            </a:r>
            <a:r>
              <a:rPr lang="ko-KR" altLang="en-US" sz="2000" dirty="0"/>
              <a:t>재생 속도일 경우</a:t>
            </a:r>
            <a:r>
              <a:rPr lang="en-US" altLang="ko-KR" sz="2000" dirty="0"/>
              <a:t>, </a:t>
            </a:r>
            <a:r>
              <a:rPr lang="ko-KR" altLang="en-US" sz="2000"/>
              <a:t>끊김 현상 발생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9075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Adaptive HTTP Streaming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Progressive</a:t>
            </a:r>
            <a:r>
              <a:rPr lang="ko-KR" altLang="en-US" sz="2000" dirty="0"/>
              <a:t> </a:t>
            </a:r>
            <a:r>
              <a:rPr lang="en-US" altLang="ko-KR" sz="2000" dirty="0"/>
              <a:t>Download</a:t>
            </a:r>
            <a:r>
              <a:rPr lang="ko-KR" altLang="en-US" sz="2000" dirty="0"/>
              <a:t>와 </a:t>
            </a:r>
            <a:r>
              <a:rPr lang="en-US" altLang="ko-KR" sz="2000" dirty="0"/>
              <a:t>RTMP/RTSP</a:t>
            </a:r>
            <a:r>
              <a:rPr lang="ko-KR" altLang="en-US" sz="2000" dirty="0"/>
              <a:t> </a:t>
            </a:r>
            <a:r>
              <a:rPr lang="en-US" altLang="ko-KR" sz="2000" dirty="0"/>
              <a:t>Streaming</a:t>
            </a:r>
            <a:r>
              <a:rPr lang="ko-KR" altLang="en-US" sz="2000" dirty="0"/>
              <a:t>의 장점을 결합한 기술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서버에서 몇 초 단위의 비디오를 스트리밍 </a:t>
            </a:r>
            <a:r>
              <a:rPr lang="en-US" altLang="ko-KR" sz="2000" dirty="0"/>
              <a:t>-&gt; </a:t>
            </a:r>
            <a:r>
              <a:rPr lang="ko-KR" altLang="en-US" sz="2000" dirty="0"/>
              <a:t>사용자가 연속된 스트림으로 연결</a:t>
            </a:r>
            <a:endParaRPr lang="en-US" altLang="ko-KR" sz="2000" dirty="0"/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073B9B78-AE5D-4786-8D2D-6C8D8D5B4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585" y="2853317"/>
            <a:ext cx="563006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3. </a:t>
            </a:r>
            <a:r>
              <a:rPr lang="ko-KR" altLang="en-US" sz="3600" dirty="0"/>
              <a:t>스트리밍 서버의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Wowza</a:t>
            </a:r>
            <a:r>
              <a:rPr lang="en-US" altLang="ko-KR" sz="2000" dirty="0"/>
              <a:t> Video CDN</a:t>
            </a:r>
          </a:p>
          <a:p>
            <a:endParaRPr lang="en-US" altLang="ko-KR" sz="2000" dirty="0"/>
          </a:p>
          <a:p>
            <a:r>
              <a:rPr lang="en-US" altLang="ko-KR" sz="2000" dirty="0"/>
              <a:t>Adobe Media Server</a:t>
            </a:r>
          </a:p>
          <a:p>
            <a:endParaRPr lang="en-US" altLang="ko-KR" sz="2000" dirty="0"/>
          </a:p>
          <a:p>
            <a:r>
              <a:rPr lang="en-US" altLang="ko-KR" sz="2000" dirty="0"/>
              <a:t>Darwin Streaming server</a:t>
            </a:r>
          </a:p>
          <a:p>
            <a:endParaRPr lang="en-US" altLang="ko-KR" sz="2000" dirty="0"/>
          </a:p>
          <a:p>
            <a:r>
              <a:rPr lang="en-US" altLang="ko-KR" sz="2000" dirty="0"/>
              <a:t>Red5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71541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 err="1"/>
              <a:t>Wowza</a:t>
            </a:r>
            <a:r>
              <a:rPr lang="en-US" altLang="ko-KR" sz="3600" dirty="0"/>
              <a:t> Video CDN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Wowza</a:t>
            </a:r>
            <a:r>
              <a:rPr lang="en-US" altLang="ko-KR" sz="2000" dirty="0"/>
              <a:t> Streaming Engine </a:t>
            </a:r>
            <a:r>
              <a:rPr lang="ko-KR" altLang="en-US" sz="2000" dirty="0"/>
              <a:t>및 </a:t>
            </a:r>
            <a:r>
              <a:rPr lang="en-US" altLang="ko-KR" sz="2000" dirty="0" err="1"/>
              <a:t>Wowza</a:t>
            </a:r>
            <a:r>
              <a:rPr lang="en-US" altLang="ko-KR" sz="2000" dirty="0"/>
              <a:t> Streaming Cloud</a:t>
            </a:r>
            <a:r>
              <a:rPr lang="ko-KR" altLang="en-US" sz="2000" dirty="0"/>
              <a:t>에 포함되어 있는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스트리밍 미디어 서버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지원 </a:t>
            </a:r>
            <a:r>
              <a:rPr lang="en-US" altLang="ko-KR" sz="2000" dirty="0"/>
              <a:t>OS: Windows, Linux, Mac</a:t>
            </a:r>
          </a:p>
          <a:p>
            <a:r>
              <a:rPr lang="ko-KR" altLang="en-US" sz="2000" dirty="0"/>
              <a:t>사용언어</a:t>
            </a:r>
            <a:r>
              <a:rPr lang="en-US" altLang="ko-KR" sz="2000" dirty="0"/>
              <a:t>: JAVA</a:t>
            </a:r>
          </a:p>
        </p:txBody>
      </p:sp>
      <p:pic>
        <p:nvPicPr>
          <p:cNvPr id="7" name="그림 6" descr="텍스트, 클립아트, 명함이(가) 표시된 사진&#10;&#10;자동 생성된 설명">
            <a:extLst>
              <a:ext uri="{FF2B5EF4-FFF2-40B4-BE49-F238E27FC236}">
                <a16:creationId xmlns:a16="http://schemas.microsoft.com/office/drawing/2014/main" id="{60E4F928-C069-4385-A8C1-15A29478E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532" y="3374356"/>
            <a:ext cx="76200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3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Adobe Media Server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Adboe</a:t>
            </a:r>
            <a:r>
              <a:rPr lang="en-US" altLang="ko-KR" sz="2000" dirty="0"/>
              <a:t> Primetime</a:t>
            </a:r>
            <a:r>
              <a:rPr lang="ko-KR" altLang="en-US" sz="2000" dirty="0"/>
              <a:t>에 포함되어 있는 스트리밍 미디어 서버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지원 </a:t>
            </a:r>
            <a:r>
              <a:rPr lang="en-US" altLang="ko-KR" sz="2000" dirty="0"/>
              <a:t>OS: Windows, Linux</a:t>
            </a:r>
          </a:p>
          <a:p>
            <a:r>
              <a:rPr lang="ko-KR" altLang="en-US" sz="2000" dirty="0"/>
              <a:t>사용언어</a:t>
            </a:r>
            <a:r>
              <a:rPr lang="en-US" altLang="ko-KR" sz="2000" dirty="0"/>
              <a:t>: ActionScript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632732-3148-459D-852D-A51C712C5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12" y="2880264"/>
            <a:ext cx="2906486" cy="28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7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Darwin Streaming Server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최초의 오픈 소스 </a:t>
            </a:r>
            <a:r>
              <a:rPr lang="en-US" altLang="ko-KR" sz="2000" dirty="0"/>
              <a:t>RTP/ RTSP </a:t>
            </a:r>
            <a:r>
              <a:rPr lang="ko-KR" altLang="en-US" sz="2000" dirty="0"/>
              <a:t>스트리밍 서버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지원 </a:t>
            </a:r>
            <a:r>
              <a:rPr lang="en-US" altLang="ko-KR" sz="2000" dirty="0"/>
              <a:t>OS: Windows, Linux, Mac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97054D-90F5-4B42-AA35-6EC9F238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138" y="3106247"/>
            <a:ext cx="3700299" cy="21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85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Red5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오픈 소스 스트리밍 서버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지원 </a:t>
            </a:r>
            <a:r>
              <a:rPr lang="en-US" altLang="ko-KR" sz="2000" dirty="0"/>
              <a:t>OS: Windows, Linux, Mac</a:t>
            </a:r>
          </a:p>
          <a:p>
            <a:r>
              <a:rPr lang="ko-KR" altLang="en-US" sz="2000" dirty="0"/>
              <a:t>사용언어</a:t>
            </a:r>
            <a:r>
              <a:rPr lang="en-US" altLang="ko-KR" sz="2000" dirty="0"/>
              <a:t>: JAVA</a:t>
            </a:r>
          </a:p>
        </p:txBody>
      </p:sp>
      <p:pic>
        <p:nvPicPr>
          <p:cNvPr id="5" name="그림 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CEC1C4A-BD6A-4EC6-80E7-286DDC894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19" y="3801978"/>
            <a:ext cx="33337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6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스트리밍 서버 설치 및 테스트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선택한 스트리밍 서버</a:t>
            </a:r>
            <a:r>
              <a:rPr lang="en-US" altLang="ko-KR" sz="2000" dirty="0"/>
              <a:t>: Red5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&lt;</a:t>
            </a:r>
            <a:r>
              <a:rPr lang="ko-KR" altLang="en-US" sz="2000" dirty="0"/>
              <a:t>순서</a:t>
            </a:r>
            <a:r>
              <a:rPr lang="en-US" altLang="ko-KR" sz="2000" dirty="0"/>
              <a:t>&gt;</a:t>
            </a:r>
          </a:p>
          <a:p>
            <a:pPr marL="0" indent="0">
              <a:buNone/>
            </a:pPr>
            <a:r>
              <a:rPr lang="en-US" altLang="ko-KR" sz="2000" dirty="0"/>
              <a:t> 1. JDK</a:t>
            </a:r>
            <a:r>
              <a:rPr lang="ko-KR" altLang="en-US" sz="2000" dirty="0"/>
              <a:t> 설치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2. JDK </a:t>
            </a:r>
            <a:r>
              <a:rPr lang="ko-KR" altLang="en-US" sz="2000" dirty="0"/>
              <a:t>환경변수 설정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3. Red5 </a:t>
            </a:r>
            <a:r>
              <a:rPr lang="ko-KR" altLang="en-US" sz="2000" dirty="0"/>
              <a:t>다운로드 후 압축 해제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4. Red5 </a:t>
            </a:r>
            <a:r>
              <a:rPr lang="ko-KR" altLang="en-US" sz="2000" dirty="0"/>
              <a:t>환경 변수 설정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5. Red5 </a:t>
            </a:r>
            <a:r>
              <a:rPr lang="ko-KR" altLang="en-US" sz="2000" dirty="0"/>
              <a:t>설치 결과 테스트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pic>
        <p:nvPicPr>
          <p:cNvPr id="6" name="그림 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121ABAB-8DD6-4369-A101-C08AD1FD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104" y="2743200"/>
            <a:ext cx="33337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42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JDK</a:t>
            </a:r>
            <a:r>
              <a:rPr lang="ko-KR" altLang="en-US" sz="3600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오라클 공식 홈페이지에서</a:t>
            </a:r>
            <a:br>
              <a:rPr lang="en-US" altLang="ko-KR" sz="2000" dirty="0"/>
            </a:br>
            <a:r>
              <a:rPr lang="ko-KR" altLang="en-US" sz="2000" dirty="0"/>
              <a:t>운영체제에 알맞은 </a:t>
            </a:r>
            <a:r>
              <a:rPr lang="en-US" altLang="ko-KR" sz="2000" dirty="0"/>
              <a:t>JDK</a:t>
            </a:r>
            <a:r>
              <a:rPr lang="ko-KR" altLang="en-US" sz="2000" dirty="0"/>
              <a:t> 설치</a:t>
            </a: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D57683-D187-461F-9418-C1EE1296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25" y="2129840"/>
            <a:ext cx="5215690" cy="435133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94E99F-5EAF-4B3F-B99F-074ED4938F4B}"/>
              </a:ext>
            </a:extLst>
          </p:cNvPr>
          <p:cNvSpPr/>
          <p:nvPr/>
        </p:nvSpPr>
        <p:spPr>
          <a:xfrm>
            <a:off x="673769" y="5564606"/>
            <a:ext cx="5011153" cy="415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9EE432-9A40-4162-9F2B-E87F431AF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39" y="2547184"/>
            <a:ext cx="4820323" cy="36009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FC2F4DB-D7C0-4292-B432-9BB0A448576C}"/>
              </a:ext>
            </a:extLst>
          </p:cNvPr>
          <p:cNvSpPr/>
          <p:nvPr/>
        </p:nvSpPr>
        <p:spPr>
          <a:xfrm>
            <a:off x="9125952" y="5870553"/>
            <a:ext cx="794084" cy="144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BEDDF-4B67-4940-BD33-BB2B26AA5CD2}"/>
              </a:ext>
            </a:extLst>
          </p:cNvPr>
          <p:cNvSpPr txBox="1"/>
          <p:nvPr/>
        </p:nvSpPr>
        <p:spPr>
          <a:xfrm>
            <a:off x="6005927" y="1337552"/>
            <a:ext cx="488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다운받은 </a:t>
            </a:r>
            <a:r>
              <a:rPr lang="en-US" altLang="ko-KR" dirty="0"/>
              <a:t>exe </a:t>
            </a:r>
            <a:r>
              <a:rPr lang="ko-KR" altLang="en-US" dirty="0"/>
              <a:t>파일 실행하여 </a:t>
            </a:r>
            <a:r>
              <a:rPr lang="en-US" altLang="ko-KR" dirty="0"/>
              <a:t>JDK </a:t>
            </a:r>
            <a:r>
              <a:rPr lang="ko-KR" altLang="en-US" dirty="0"/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211052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JDK</a:t>
            </a:r>
            <a:r>
              <a:rPr lang="ko-KR" altLang="en-US" sz="3600" dirty="0"/>
              <a:t> 환경변수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36" y="1361615"/>
            <a:ext cx="10244889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시작 메뉴 창에서 </a:t>
            </a:r>
            <a:r>
              <a:rPr lang="en-US" altLang="ko-KR" sz="2000" dirty="0"/>
              <a:t>‘</a:t>
            </a:r>
            <a:r>
              <a:rPr lang="ko-KR" altLang="en-US" sz="2000" dirty="0"/>
              <a:t>시스템 환경 변수</a:t>
            </a:r>
            <a:br>
              <a:rPr lang="en-US" altLang="ko-KR" sz="2000" dirty="0"/>
            </a:br>
            <a:r>
              <a:rPr lang="ko-KR" altLang="en-US" sz="2000" dirty="0"/>
              <a:t>편집</a:t>
            </a:r>
            <a:r>
              <a:rPr lang="en-US" altLang="ko-KR" sz="2000" dirty="0"/>
              <a:t>＇</a:t>
            </a:r>
            <a:r>
              <a:rPr lang="ko-KR" altLang="en-US" sz="2000" dirty="0"/>
              <a:t>을 검색하여 이동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CF8EF3-07EA-429B-9089-74E4FF2F4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60" y="2249564"/>
            <a:ext cx="4341966" cy="42963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B186B0-9854-4F04-8143-C97693B5B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4531"/>
            <a:ext cx="4341223" cy="435133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6D9368-8FD2-49AB-94FF-0083247401AE}"/>
              </a:ext>
            </a:extLst>
          </p:cNvPr>
          <p:cNvSpPr/>
          <p:nvPr/>
        </p:nvSpPr>
        <p:spPr>
          <a:xfrm>
            <a:off x="905692" y="3334552"/>
            <a:ext cx="2100027" cy="405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C38DBF-0795-4698-9135-15DB2E6ABA80}"/>
              </a:ext>
            </a:extLst>
          </p:cNvPr>
          <p:cNvSpPr/>
          <p:nvPr/>
        </p:nvSpPr>
        <p:spPr>
          <a:xfrm>
            <a:off x="8856617" y="5712953"/>
            <a:ext cx="1299754" cy="208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1A60D-6F9D-4908-A0C1-67677A91596D}"/>
              </a:ext>
            </a:extLst>
          </p:cNvPr>
          <p:cNvSpPr txBox="1"/>
          <p:nvPr/>
        </p:nvSpPr>
        <p:spPr>
          <a:xfrm>
            <a:off x="6009774" y="1361615"/>
            <a:ext cx="4341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‘</a:t>
            </a:r>
            <a:r>
              <a:rPr lang="ko-KR" altLang="en-US" dirty="0"/>
              <a:t>시스템 속성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/>
              <a:t>– ‘</a:t>
            </a:r>
            <a:r>
              <a:rPr lang="ko-KR" altLang="en-US" dirty="0"/>
              <a:t>고급</a:t>
            </a:r>
            <a:r>
              <a:rPr lang="en-US" altLang="ko-KR" dirty="0"/>
              <a:t>’ – ‘</a:t>
            </a:r>
            <a:r>
              <a:rPr lang="ko-KR" altLang="en-US" dirty="0"/>
              <a:t>환경 변수</a:t>
            </a:r>
            <a:r>
              <a:rPr lang="en-US" altLang="ko-KR" dirty="0"/>
              <a:t>＇</a:t>
            </a:r>
            <a:r>
              <a:rPr lang="ko-KR" altLang="en-US" dirty="0"/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3715812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JDK</a:t>
            </a:r>
            <a:r>
              <a:rPr lang="ko-KR" altLang="en-US" sz="3600" dirty="0"/>
              <a:t> 환경변수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004" y="1367631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‘</a:t>
            </a:r>
            <a:r>
              <a:rPr lang="ko-KR" altLang="en-US" sz="2000" dirty="0"/>
              <a:t>시스템 변수</a:t>
            </a:r>
            <a:r>
              <a:rPr lang="en-US" altLang="ko-KR" sz="2000" dirty="0"/>
              <a:t>‘ – ‘</a:t>
            </a:r>
            <a:r>
              <a:rPr lang="ko-KR" altLang="en-US" sz="2000" dirty="0"/>
              <a:t>새로 만들기</a:t>
            </a:r>
            <a:r>
              <a:rPr lang="en-US" altLang="ko-KR" sz="2000" dirty="0"/>
              <a:t>‘ </a:t>
            </a:r>
            <a:r>
              <a:rPr lang="ko-KR" altLang="en-US" sz="2000" dirty="0"/>
              <a:t>클릭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AA0D12-6F94-49C2-A66D-75E911B7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20539"/>
            <a:ext cx="4636138" cy="11518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E4C58D0-DEBF-47AB-BC43-BB83DDF5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4" y="2080493"/>
            <a:ext cx="4351790" cy="410291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0780A7-4C55-462F-B0DD-6499394B6F98}"/>
              </a:ext>
            </a:extLst>
          </p:cNvPr>
          <p:cNvSpPr/>
          <p:nvPr/>
        </p:nvSpPr>
        <p:spPr>
          <a:xfrm>
            <a:off x="1546508" y="4901970"/>
            <a:ext cx="907933" cy="174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4FCD88-5DB7-4B61-8DA6-73479887CE04}"/>
              </a:ext>
            </a:extLst>
          </p:cNvPr>
          <p:cNvSpPr/>
          <p:nvPr/>
        </p:nvSpPr>
        <p:spPr>
          <a:xfrm>
            <a:off x="7044460" y="3597442"/>
            <a:ext cx="541421" cy="162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2E1512-4656-4A74-A92C-DEC0F33F5835}"/>
              </a:ext>
            </a:extLst>
          </p:cNvPr>
          <p:cNvSpPr/>
          <p:nvPr/>
        </p:nvSpPr>
        <p:spPr>
          <a:xfrm>
            <a:off x="7044460" y="3856121"/>
            <a:ext cx="1401679" cy="162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80FAA-88E6-4443-B017-A0D2A575F81C}"/>
              </a:ext>
            </a:extLst>
          </p:cNvPr>
          <p:cNvSpPr txBox="1"/>
          <p:nvPr/>
        </p:nvSpPr>
        <p:spPr>
          <a:xfrm>
            <a:off x="5907505" y="1367631"/>
            <a:ext cx="4776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변수 이름에 </a:t>
            </a:r>
            <a:r>
              <a:rPr lang="en-US" altLang="ko-KR" dirty="0"/>
              <a:t>‘JAVA_HOME’</a:t>
            </a:r>
            <a:r>
              <a:rPr lang="ko-KR" altLang="en-US" dirty="0"/>
              <a:t>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변수 값에 </a:t>
            </a:r>
            <a:r>
              <a:rPr lang="en-US" altLang="ko-KR" dirty="0"/>
              <a:t>JDK </a:t>
            </a:r>
            <a:r>
              <a:rPr lang="ko-KR" altLang="en-US" dirty="0"/>
              <a:t>경로를 입력한 후 확인</a:t>
            </a:r>
          </a:p>
        </p:txBody>
      </p:sp>
    </p:spTree>
    <p:extLst>
      <p:ext uri="{BB962C8B-B14F-4D97-AF65-F5344CB8AC3E}">
        <p14:creationId xmlns:p14="http://schemas.microsoft.com/office/powerpoint/2010/main" val="2634017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JDK</a:t>
            </a:r>
            <a:r>
              <a:rPr lang="ko-KR" altLang="en-US" sz="3600" dirty="0"/>
              <a:t> 환경변수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‘</a:t>
            </a:r>
            <a:r>
              <a:rPr lang="ko-KR" altLang="en-US" sz="2000" dirty="0"/>
              <a:t>시스템 변수</a:t>
            </a:r>
            <a:r>
              <a:rPr lang="en-US" altLang="ko-KR" sz="2000" dirty="0"/>
              <a:t>‘ – ‘Path’</a:t>
            </a:r>
            <a:r>
              <a:rPr lang="ko-KR" altLang="en-US" sz="2000" dirty="0"/>
              <a:t>를 찾아</a:t>
            </a:r>
            <a:br>
              <a:rPr lang="en-US" altLang="ko-KR" sz="2000" dirty="0"/>
            </a:br>
            <a:r>
              <a:rPr lang="ko-KR" altLang="en-US" sz="2000" dirty="0"/>
              <a:t>편집을 클릭</a:t>
            </a:r>
            <a:endParaRPr lang="en-US" altLang="ko-KR" sz="2000" dirty="0"/>
          </a:p>
          <a:p>
            <a:r>
              <a:rPr lang="en-US" altLang="ko-KR" sz="2000" dirty="0"/>
              <a:t>‘Path </a:t>
            </a:r>
            <a:r>
              <a:rPr lang="ko-KR" altLang="en-US" sz="2000" dirty="0"/>
              <a:t>환경 변수 편집</a:t>
            </a:r>
            <a:r>
              <a:rPr lang="en-US" altLang="ko-KR" sz="2000" dirty="0"/>
              <a:t>＇</a:t>
            </a:r>
            <a:r>
              <a:rPr lang="ko-KR" altLang="en-US" sz="2000" dirty="0"/>
              <a:t>에 </a:t>
            </a:r>
            <a:br>
              <a:rPr lang="en-US" altLang="ko-KR" sz="2000" dirty="0"/>
            </a:br>
            <a:r>
              <a:rPr lang="en-US" altLang="ko-KR" sz="2000" dirty="0"/>
              <a:t>‘%</a:t>
            </a:r>
            <a:r>
              <a:rPr lang="en-US" altLang="ko-KR" sz="2000" dirty="0" err="1"/>
              <a:t>java_HOME</a:t>
            </a:r>
            <a:r>
              <a:rPr lang="en-US" altLang="ko-KR" sz="2000" dirty="0"/>
              <a:t>%\bin’</a:t>
            </a:r>
            <a:r>
              <a:rPr lang="ko-KR" altLang="en-US" sz="2000" dirty="0"/>
              <a:t>을 추가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9221E0-6AF0-4FE0-9F9A-0D99BEF4F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88" y="2823452"/>
            <a:ext cx="3836669" cy="36239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4F388F-4E11-4A91-970B-946E7A56B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901" y="3722728"/>
            <a:ext cx="5436486" cy="132556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E298046-9A5F-4E6B-B51A-E4475C043381}"/>
              </a:ext>
            </a:extLst>
          </p:cNvPr>
          <p:cNvSpPr/>
          <p:nvPr/>
        </p:nvSpPr>
        <p:spPr>
          <a:xfrm>
            <a:off x="1116088" y="5388085"/>
            <a:ext cx="1175657" cy="215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FB0232-724A-4CC6-A4BF-D6828EF103C3}"/>
              </a:ext>
            </a:extLst>
          </p:cNvPr>
          <p:cNvSpPr/>
          <p:nvPr/>
        </p:nvSpPr>
        <p:spPr>
          <a:xfrm>
            <a:off x="6686295" y="4168942"/>
            <a:ext cx="619627" cy="144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054B30-400B-4C65-8EF3-11D81C5C40AF}"/>
              </a:ext>
            </a:extLst>
          </p:cNvPr>
          <p:cNvSpPr/>
          <p:nvPr/>
        </p:nvSpPr>
        <p:spPr>
          <a:xfrm>
            <a:off x="6686295" y="4433636"/>
            <a:ext cx="1022685" cy="186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00CB2-CD09-4A43-906A-80C634A37774}"/>
              </a:ext>
            </a:extLst>
          </p:cNvPr>
          <p:cNvSpPr txBox="1"/>
          <p:nvPr/>
        </p:nvSpPr>
        <p:spPr>
          <a:xfrm>
            <a:off x="5390146" y="1444040"/>
            <a:ext cx="56857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‘</a:t>
            </a:r>
            <a:r>
              <a:rPr lang="ko-KR" altLang="en-US" dirty="0"/>
              <a:t>시스템 변수</a:t>
            </a:r>
            <a:r>
              <a:rPr lang="en-US" altLang="ko-KR" dirty="0"/>
              <a:t>‘ - ’</a:t>
            </a:r>
            <a:r>
              <a:rPr lang="ko-KR" altLang="en-US" dirty="0"/>
              <a:t>새로 만들기</a:t>
            </a:r>
            <a:r>
              <a:rPr lang="en-US" altLang="ko-KR" dirty="0"/>
              <a:t>‘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변수 이름에 </a:t>
            </a:r>
            <a:r>
              <a:rPr lang="en-US" altLang="ko-KR" dirty="0"/>
              <a:t>CLASSPATH</a:t>
            </a:r>
            <a:r>
              <a:rPr lang="ko-KR" altLang="en-US" dirty="0"/>
              <a:t>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변수 값에 </a:t>
            </a:r>
            <a:r>
              <a:rPr lang="en-US" altLang="ko-KR" dirty="0"/>
              <a:t>%JAVA_HOME%\lib;.</a:t>
            </a:r>
            <a:r>
              <a:rPr lang="ko-KR" altLang="en-US" dirty="0"/>
              <a:t>를 입력한 후 확인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 </a:t>
            </a:r>
            <a:r>
              <a:rPr lang="ko-KR" altLang="en-US" dirty="0"/>
              <a:t>제일 마지막에 </a:t>
            </a:r>
            <a:r>
              <a:rPr lang="en-US" altLang="ko-KR" dirty="0"/>
              <a:t>.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붙여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CLASSPATH</a:t>
            </a:r>
            <a:r>
              <a:rPr lang="ko-KR" altLang="en-US" dirty="0"/>
              <a:t>로 설정한 경로에 </a:t>
            </a:r>
            <a:r>
              <a:rPr lang="en-US" altLang="ko-KR" dirty="0"/>
              <a:t>class</a:t>
            </a:r>
            <a:r>
              <a:rPr lang="ko-KR" altLang="en-US" dirty="0"/>
              <a:t>가 없을 경우 현재 경로에서 찾도록 함</a:t>
            </a:r>
          </a:p>
        </p:txBody>
      </p:sp>
    </p:spTree>
    <p:extLst>
      <p:ext uri="{BB962C8B-B14F-4D97-AF65-F5344CB8AC3E}">
        <p14:creationId xmlns:p14="http://schemas.microsoft.com/office/powerpoint/2010/main" val="4143468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Red5</a:t>
            </a:r>
            <a:r>
              <a:rPr lang="ko-KR" altLang="en-US" sz="3600" dirty="0"/>
              <a:t> 다운로드 후 압축 해제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3" y="1325519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Red5</a:t>
            </a:r>
            <a:r>
              <a:rPr lang="ko-KR" altLang="en-US" sz="2000" dirty="0"/>
              <a:t> 홈페이지에서 미디어 서버를 다운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C8ED3F-1737-4188-B67F-0E078F2B3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83" y="2179233"/>
            <a:ext cx="6188013" cy="38470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91D3380-FFB0-4E45-9D50-B2D540D6C258}"/>
              </a:ext>
            </a:extLst>
          </p:cNvPr>
          <p:cNvSpPr/>
          <p:nvPr/>
        </p:nvSpPr>
        <p:spPr>
          <a:xfrm>
            <a:off x="751973" y="4638345"/>
            <a:ext cx="5812113" cy="287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7761BA-B221-4FB0-8DD0-96EA7C013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282" y="2526286"/>
            <a:ext cx="4155213" cy="305670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CFE41C2-BC70-4CFA-B5C0-2F20D16E0ECA}"/>
              </a:ext>
            </a:extLst>
          </p:cNvPr>
          <p:cNvSpPr/>
          <p:nvPr/>
        </p:nvSpPr>
        <p:spPr>
          <a:xfrm>
            <a:off x="7345279" y="3501188"/>
            <a:ext cx="276726" cy="156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33CFA-83EA-402D-B5C8-38367774ED87}"/>
              </a:ext>
            </a:extLst>
          </p:cNvPr>
          <p:cNvSpPr txBox="1"/>
          <p:nvPr/>
        </p:nvSpPr>
        <p:spPr>
          <a:xfrm>
            <a:off x="6858000" y="1335505"/>
            <a:ext cx="382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</a:t>
            </a:r>
            <a:r>
              <a:rPr lang="ko-KR" altLang="en-US" dirty="0"/>
              <a:t>의 루트로 경로 지정</a:t>
            </a:r>
          </a:p>
        </p:txBody>
      </p:sp>
    </p:spTree>
    <p:extLst>
      <p:ext uri="{BB962C8B-B14F-4D97-AF65-F5344CB8AC3E}">
        <p14:creationId xmlns:p14="http://schemas.microsoft.com/office/powerpoint/2010/main" val="1215137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Red5</a:t>
            </a:r>
            <a:r>
              <a:rPr lang="ko-KR" altLang="en-US" sz="3600" dirty="0"/>
              <a:t> 환경 변수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3" y="1361615"/>
            <a:ext cx="10244889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‘</a:t>
            </a:r>
            <a:r>
              <a:rPr lang="ko-KR" altLang="en-US" sz="2000" dirty="0"/>
              <a:t>시스템 환경 변수 편집</a:t>
            </a:r>
            <a:r>
              <a:rPr lang="en-US" altLang="ko-KR" sz="2000" dirty="0"/>
              <a:t>‘ - ‘</a:t>
            </a:r>
            <a:r>
              <a:rPr lang="ko-KR" altLang="en-US" sz="2000" dirty="0"/>
              <a:t>환경 변수</a:t>
            </a:r>
            <a:r>
              <a:rPr lang="en-US" altLang="ko-KR" sz="2000" dirty="0"/>
              <a:t>‘-</a:t>
            </a:r>
            <a:br>
              <a:rPr lang="en-US" altLang="ko-KR" sz="2000" dirty="0"/>
            </a:br>
            <a:r>
              <a:rPr lang="en-US" altLang="ko-KR" sz="2000" dirty="0"/>
              <a:t>‘</a:t>
            </a:r>
            <a:r>
              <a:rPr lang="ko-KR" altLang="en-US" sz="2000" dirty="0"/>
              <a:t>시스템 변수</a:t>
            </a:r>
            <a:r>
              <a:rPr lang="en-US" altLang="ko-KR" sz="2000" dirty="0"/>
              <a:t>‘- ‘</a:t>
            </a:r>
            <a:r>
              <a:rPr lang="ko-KR" altLang="en-US" sz="2000" dirty="0"/>
              <a:t>새로 만들기</a:t>
            </a:r>
            <a:r>
              <a:rPr lang="en-US" altLang="ko-KR" sz="2000" dirty="0"/>
              <a:t>‘ </a:t>
            </a:r>
            <a:r>
              <a:rPr lang="ko-KR" altLang="en-US" sz="2000" dirty="0"/>
              <a:t>클릭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1C3625-FC13-4FF5-AF72-83183A06D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51084"/>
            <a:ext cx="4596064" cy="11312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25C393-F40C-4C94-9569-D0B78DDF4E03}"/>
              </a:ext>
            </a:extLst>
          </p:cNvPr>
          <p:cNvSpPr/>
          <p:nvPr/>
        </p:nvSpPr>
        <p:spPr>
          <a:xfrm>
            <a:off x="7010400" y="3864824"/>
            <a:ext cx="607594" cy="1624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4D4F98-79B4-45D0-8265-164885BFF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80" y="2176745"/>
            <a:ext cx="4351790" cy="410291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8FCED80-434A-432C-83A2-32619AC9E0C2}"/>
              </a:ext>
            </a:extLst>
          </p:cNvPr>
          <p:cNvSpPr/>
          <p:nvPr/>
        </p:nvSpPr>
        <p:spPr>
          <a:xfrm>
            <a:off x="1823234" y="4998222"/>
            <a:ext cx="907933" cy="174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39DA09-E19D-4887-8917-6B6B32B21C1B}"/>
              </a:ext>
            </a:extLst>
          </p:cNvPr>
          <p:cNvSpPr txBox="1"/>
          <p:nvPr/>
        </p:nvSpPr>
        <p:spPr>
          <a:xfrm>
            <a:off x="5865395" y="1361615"/>
            <a:ext cx="5317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변수 이름에 </a:t>
            </a:r>
            <a:r>
              <a:rPr lang="en-US" altLang="ko-KR" dirty="0"/>
              <a:t>‘RED5_HOME’</a:t>
            </a:r>
            <a:r>
              <a:rPr lang="ko-KR" altLang="en-US" dirty="0"/>
              <a:t>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변수 값에 </a:t>
            </a:r>
            <a:r>
              <a:rPr lang="en-US" altLang="ko-KR" dirty="0"/>
              <a:t>;C:\red5_server’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입력한 후 확인</a:t>
            </a:r>
          </a:p>
        </p:txBody>
      </p:sp>
    </p:spTree>
    <p:extLst>
      <p:ext uri="{BB962C8B-B14F-4D97-AF65-F5344CB8AC3E}">
        <p14:creationId xmlns:p14="http://schemas.microsoft.com/office/powerpoint/2010/main" val="4241751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EB618DB-16C2-4EF3-9567-D6546B09E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657" y="2518155"/>
            <a:ext cx="4970546" cy="342844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61D0BA2-59CB-487A-BB3A-F1C1DE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3" y="118477"/>
            <a:ext cx="96393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Red5</a:t>
            </a:r>
            <a:r>
              <a:rPr lang="ko-KR" altLang="en-US" sz="3600" dirty="0"/>
              <a:t> 설치 결과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1BDE-0519-4A77-9D55-D8FF2D96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777" y="1365583"/>
            <a:ext cx="10373085" cy="434736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‘</a:t>
            </a:r>
            <a:r>
              <a:rPr lang="ko-KR" altLang="en-US" sz="2000" dirty="0"/>
              <a:t>내 </a:t>
            </a:r>
            <a:r>
              <a:rPr lang="en-US" altLang="ko-KR" sz="2000" dirty="0"/>
              <a:t>PC‘ – ‘</a:t>
            </a:r>
            <a:r>
              <a:rPr lang="ko-KR" altLang="en-US" sz="2000" dirty="0"/>
              <a:t>로컬 디스크 </a:t>
            </a:r>
            <a:r>
              <a:rPr lang="en-US" altLang="ko-KR" sz="2000" dirty="0"/>
              <a:t>C’ – ‘red5-server’</a:t>
            </a:r>
            <a:r>
              <a:rPr lang="ko-KR" altLang="en-US" sz="2000" dirty="0"/>
              <a:t>로</a:t>
            </a:r>
            <a:br>
              <a:rPr lang="en-US" altLang="ko-KR" sz="2000" dirty="0"/>
            </a:br>
            <a:r>
              <a:rPr lang="ko-KR" altLang="en-US" sz="2000" dirty="0"/>
              <a:t>이동하여 </a:t>
            </a:r>
            <a:r>
              <a:rPr lang="en-US" altLang="ko-KR" sz="2000" dirty="0"/>
              <a:t>red5.bat </a:t>
            </a:r>
            <a:r>
              <a:rPr lang="ko-KR" altLang="en-US" sz="2000" dirty="0"/>
              <a:t>파일을 실행</a:t>
            </a: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D01131-1696-4BF7-848F-160DD19E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7" y="2524792"/>
            <a:ext cx="6104014" cy="35168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5344720-8F60-4AC8-9AAF-181C54284A79}"/>
              </a:ext>
            </a:extLst>
          </p:cNvPr>
          <p:cNvSpPr/>
          <p:nvPr/>
        </p:nvSpPr>
        <p:spPr>
          <a:xfrm>
            <a:off x="1566243" y="4830679"/>
            <a:ext cx="385011" cy="162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47CA6E-A093-4D84-95D8-301911D09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657" y="2518155"/>
            <a:ext cx="2240233" cy="33270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D5FF6B-4E8B-44E9-A5C7-C36D36B62467}"/>
              </a:ext>
            </a:extLst>
          </p:cNvPr>
          <p:cNvSpPr/>
          <p:nvPr/>
        </p:nvSpPr>
        <p:spPr>
          <a:xfrm>
            <a:off x="6968657" y="2542377"/>
            <a:ext cx="2240233" cy="332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75FDF0-CD60-4189-AE07-2C4F044A3A50}"/>
              </a:ext>
            </a:extLst>
          </p:cNvPr>
          <p:cNvSpPr/>
          <p:nvPr/>
        </p:nvSpPr>
        <p:spPr>
          <a:xfrm>
            <a:off x="7778416" y="4000500"/>
            <a:ext cx="198521" cy="138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8C499-4EE1-42A1-ACAD-36DA7370DCB5}"/>
              </a:ext>
            </a:extLst>
          </p:cNvPr>
          <p:cNvSpPr txBox="1"/>
          <p:nvPr/>
        </p:nvSpPr>
        <p:spPr>
          <a:xfrm>
            <a:off x="5639802" y="289359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5371-5A88-4596-85A3-A75095AEC31D}"/>
              </a:ext>
            </a:extLst>
          </p:cNvPr>
          <p:cNvSpPr txBox="1"/>
          <p:nvPr/>
        </p:nvSpPr>
        <p:spPr>
          <a:xfrm>
            <a:off x="7014411" y="1293395"/>
            <a:ext cx="448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‘http://localhost:5080’</a:t>
            </a:r>
            <a:r>
              <a:rPr lang="ko-KR" altLang="en-US" dirty="0"/>
              <a:t>을 입력하여</a:t>
            </a:r>
            <a:br>
              <a:rPr lang="en-US" altLang="ko-KR" dirty="0"/>
            </a:br>
            <a:r>
              <a:rPr lang="ko-KR" altLang="en-US" dirty="0"/>
              <a:t>정상적으로 파일이 실행되는 지 확인</a:t>
            </a:r>
          </a:p>
        </p:txBody>
      </p:sp>
    </p:spTree>
    <p:extLst>
      <p:ext uri="{BB962C8B-B14F-4D97-AF65-F5344CB8AC3E}">
        <p14:creationId xmlns:p14="http://schemas.microsoft.com/office/powerpoint/2010/main" val="227128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944</Words>
  <Application>Microsoft Office PowerPoint</Application>
  <PresentationFormat>와이드스크린</PresentationFormat>
  <Paragraphs>156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스트리밍 서버와 종류</vt:lpstr>
      <vt:lpstr>목차</vt:lpstr>
      <vt:lpstr>1. 스트리밍의 정의</vt:lpstr>
      <vt:lpstr>2. 스트리밍의 종류</vt:lpstr>
      <vt:lpstr>Progressive Download (점진적인 다운로드) </vt:lpstr>
      <vt:lpstr>Progressive Download</vt:lpstr>
      <vt:lpstr>Progressive Download</vt:lpstr>
      <vt:lpstr>RTMP / RTSP Streaming</vt:lpstr>
      <vt:lpstr>Real Time Messaging Protocol</vt:lpstr>
      <vt:lpstr>Real Time Messaging Protocol</vt:lpstr>
      <vt:lpstr>Real Time Streaming Protocol</vt:lpstr>
      <vt:lpstr>Real Time Streaming Protocol</vt:lpstr>
      <vt:lpstr>RTMP / RTSP Streaming</vt:lpstr>
      <vt:lpstr>Adaptive HTTP Streaming</vt:lpstr>
      <vt:lpstr>3. 스트리밍 서버의 종류</vt:lpstr>
      <vt:lpstr>Wowza Video CDN</vt:lpstr>
      <vt:lpstr>Adobe Media Server</vt:lpstr>
      <vt:lpstr>Darwin Streaming Server</vt:lpstr>
      <vt:lpstr>Red5</vt:lpstr>
      <vt:lpstr>4. 스트리밍 서버 설치 및 테스트 과정</vt:lpstr>
      <vt:lpstr>JDK 설치</vt:lpstr>
      <vt:lpstr>JDK 환경변수 설정</vt:lpstr>
      <vt:lpstr>JDK 환경변수 설정</vt:lpstr>
      <vt:lpstr>JDK 환경변수 설정</vt:lpstr>
      <vt:lpstr>Red5 다운로드 후 압축 해제</vt:lpstr>
      <vt:lpstr>Red5 환경 변수 설정</vt:lpstr>
      <vt:lpstr>Red5 설치 결과 테스트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스트리밍 서버와 종류</dc:title>
  <dc:creator>김 민성</dc:creator>
  <cp:lastModifiedBy>김 민성</cp:lastModifiedBy>
  <cp:revision>1</cp:revision>
  <dcterms:created xsi:type="dcterms:W3CDTF">2022-01-06T14:11:53Z</dcterms:created>
  <dcterms:modified xsi:type="dcterms:W3CDTF">2022-01-07T00:08:35Z</dcterms:modified>
</cp:coreProperties>
</file>